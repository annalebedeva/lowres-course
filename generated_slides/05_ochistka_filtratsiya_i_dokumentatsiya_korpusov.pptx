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275136691141bf" /><Relationship Type="http://schemas.openxmlformats.org/officeDocument/2006/relationships/extended-properties" Target="/docProps/app.xml" Id="R4ff597c51fcc4b02" /><Relationship Type="http://schemas.openxmlformats.org/officeDocument/2006/relationships/officeDocument" Target="/ppt/presentation.xml" Id="R633ea63062ef47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ce1a4fcd4248eb"/>
  </p:sldMasterIdLst>
  <p:notesMasterIdLst>
    <p:notesMasterId xmlns:r="http://schemas.openxmlformats.org/officeDocument/2006/relationships" r:id="R76e0712258854e45"/>
  </p:notesMasterIdLst>
  <p:sldIdLst>
    <p:sldId xmlns:r="http://schemas.openxmlformats.org/officeDocument/2006/relationships" id="256" r:id="Rd6bd437d201d4bbe"/>
    <p:sldId xmlns:r="http://schemas.openxmlformats.org/officeDocument/2006/relationships" id="257" r:id="R6735c0378d1940d4"/>
    <p:sldId xmlns:r="http://schemas.openxmlformats.org/officeDocument/2006/relationships" id="258" r:id="R4ae59de774c5415c"/>
    <p:sldId xmlns:r="http://schemas.openxmlformats.org/officeDocument/2006/relationships" id="259" r:id="Raa21c1badfb642bc"/>
    <p:sldId xmlns:r="http://schemas.openxmlformats.org/officeDocument/2006/relationships" id="260" r:id="Reb5f4da31e324d9c"/>
    <p:sldId xmlns:r="http://schemas.openxmlformats.org/officeDocument/2006/relationships" id="261" r:id="Rd32c1b86f3d34895"/>
    <p:sldId xmlns:r="http://schemas.openxmlformats.org/officeDocument/2006/relationships" id="262" r:id="R8753d4c2b3a34117"/>
    <p:sldId xmlns:r="http://schemas.openxmlformats.org/officeDocument/2006/relationships" id="263" r:id="Rbcd53e7b2c66477c"/>
    <p:sldId xmlns:r="http://schemas.openxmlformats.org/officeDocument/2006/relationships" id="264" r:id="R9b43037fe5c64eec"/>
    <p:sldId xmlns:r="http://schemas.openxmlformats.org/officeDocument/2006/relationships" id="265" r:id="R24ffc41920414151"/>
    <p:sldId xmlns:r="http://schemas.openxmlformats.org/officeDocument/2006/relationships" id="266" r:id="R509e2c16d563400c"/>
    <p:sldId xmlns:r="http://schemas.openxmlformats.org/officeDocument/2006/relationships" id="267" r:id="R20313bdc2c204a48"/>
    <p:sldId xmlns:r="http://schemas.openxmlformats.org/officeDocument/2006/relationships" id="268" r:id="Rd7e0229397ba4a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d72c2b39ad468b" /><Relationship Type="http://schemas.openxmlformats.org/officeDocument/2006/relationships/slideMaster" Target="/ppt/slideMasters/slideMaster1.xml" Id="Rafce1a4fcd4248eb" /><Relationship Type="http://schemas.openxmlformats.org/officeDocument/2006/relationships/notesMaster" Target="/ppt/notesMasters/notesMaster1.xml" Id="R76e0712258854e45" /><Relationship Type="http://schemas.openxmlformats.org/officeDocument/2006/relationships/presProps" Target="/ppt/presProps.xml" Id="R65ea6d22983244d5" /><Relationship Type="http://schemas.openxmlformats.org/officeDocument/2006/relationships/tableStyles" Target="/ppt/tableStyles.xml" Id="Rcddecf2bb8c84085" /><Relationship Type="http://schemas.openxmlformats.org/officeDocument/2006/relationships/slide" Target="/ppt/slides/slide1.xml" Id="Rd6bd437d201d4bbe" /><Relationship Type="http://schemas.openxmlformats.org/officeDocument/2006/relationships/slide" Target="/ppt/slides/slide2.xml" Id="R6735c0378d1940d4" /><Relationship Type="http://schemas.openxmlformats.org/officeDocument/2006/relationships/slide" Target="/ppt/slides/slide3.xml" Id="R4ae59de774c5415c" /><Relationship Type="http://schemas.openxmlformats.org/officeDocument/2006/relationships/slide" Target="/ppt/slides/slide4.xml" Id="Raa21c1badfb642bc" /><Relationship Type="http://schemas.openxmlformats.org/officeDocument/2006/relationships/slide" Target="/ppt/slides/slide5.xml" Id="Reb5f4da31e324d9c" /><Relationship Type="http://schemas.openxmlformats.org/officeDocument/2006/relationships/slide" Target="/ppt/slides/slide6.xml" Id="Rd32c1b86f3d34895" /><Relationship Type="http://schemas.openxmlformats.org/officeDocument/2006/relationships/slide" Target="/ppt/slides/slide7.xml" Id="R8753d4c2b3a34117" /><Relationship Type="http://schemas.openxmlformats.org/officeDocument/2006/relationships/slide" Target="/ppt/slides/slide8.xml" Id="Rbcd53e7b2c66477c" /><Relationship Type="http://schemas.openxmlformats.org/officeDocument/2006/relationships/slide" Target="/ppt/slides/slide9.xml" Id="R9b43037fe5c64eec" /><Relationship Type="http://schemas.openxmlformats.org/officeDocument/2006/relationships/slide" Target="/ppt/slides/slide10.xml" Id="R24ffc41920414151" /><Relationship Type="http://schemas.openxmlformats.org/officeDocument/2006/relationships/slide" Target="/ppt/slides/slide11.xml" Id="R509e2c16d563400c" /><Relationship Type="http://schemas.openxmlformats.org/officeDocument/2006/relationships/slide" Target="/ppt/slides/slide12.xml" Id="R20313bdc2c204a48" /><Relationship Type="http://schemas.openxmlformats.org/officeDocument/2006/relationships/slide" Target="/ppt/slides/slide13.xml" Id="Rd7e0229397ba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9e50b9902040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280a48155498d" /><Relationship Type="http://schemas.openxmlformats.org/officeDocument/2006/relationships/notesMaster" Target="/ppt/notesMasters/notesMaster1.xml" Id="R337dcdde2c334c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f6f6afb205403e" /><Relationship Type="http://schemas.openxmlformats.org/officeDocument/2006/relationships/notesMaster" Target="/ppt/notesMasters/notesMaster1.xml" Id="R64d99481ad0b40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540e8aaa2a4215" /><Relationship Type="http://schemas.openxmlformats.org/officeDocument/2006/relationships/notesMaster" Target="/ppt/notesMasters/notesMaster1.xml" Id="R30175f8c4c4c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b352cdf02f4395" /><Relationship Type="http://schemas.openxmlformats.org/officeDocument/2006/relationships/notesMaster" Target="/ppt/notesMasters/notesMaster1.xml" Id="Rcc85faa0d41347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fee3182fdc4417" /><Relationship Type="http://schemas.openxmlformats.org/officeDocument/2006/relationships/notesMaster" Target="/ppt/notesMasters/notesMaster1.xml" Id="Rdbf817ec18eb40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b19933f0d645d4" /><Relationship Type="http://schemas.openxmlformats.org/officeDocument/2006/relationships/notesMaster" Target="/ppt/notesMasters/notesMaster1.xml" Id="R62c68e81286a40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80a1709f0a4ed7" /><Relationship Type="http://schemas.openxmlformats.org/officeDocument/2006/relationships/notesMaster" Target="/ppt/notesMasters/notesMaster1.xml" Id="Rbab424cab0564d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3282f735794949" /><Relationship Type="http://schemas.openxmlformats.org/officeDocument/2006/relationships/notesMaster" Target="/ppt/notesMasters/notesMaster1.xml" Id="R68a0a7acafda4b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74d049e9c34f72" /><Relationship Type="http://schemas.openxmlformats.org/officeDocument/2006/relationships/notesMaster" Target="/ppt/notesMasters/notesMaster1.xml" Id="R8067b6e307914b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b2f00adc3f423a" /><Relationship Type="http://schemas.openxmlformats.org/officeDocument/2006/relationships/notesMaster" Target="/ppt/notesMasters/notesMaster1.xml" Id="Ra0d0a4349fb147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c1538164e841d1" /><Relationship Type="http://schemas.openxmlformats.org/officeDocument/2006/relationships/notesMaster" Target="/ppt/notesMasters/notesMaster1.xml" Id="R901e800ae18247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fba7e88e5b4258" /><Relationship Type="http://schemas.openxmlformats.org/officeDocument/2006/relationships/notesMaster" Target="/ppt/notesMasters/notesMaster1.xml" Id="Rfd9c3e98ce264c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9e636c53474b86" /><Relationship Type="http://schemas.openxmlformats.org/officeDocument/2006/relationships/notesMaster" Target="/ppt/notesMasters/notesMaster1.xml" Id="Rb7c7abcc8f4c4d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больших языках шум иногда компенсируется объемом. В малоресурсных языках так не работает: один источник с машинным переводом или неправильной орфографией может заметно исказить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все уровни можно автоматизировать. Для орфографии и языка носитель или эксперт часто важнее модели. Автоматические фильтры должны быть проверяемыми.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Дубли завышают метрики и создают утечку между train/test. Если один и тот же текст попадает и в обучение, и в тест, модель выглядит лучше, чем есть на самом деле.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Готовые определители языка часто плохо работают на малоресурсных языках или путают родственные языки. Поэтому нужно использовать ручные проверки и, если возможно, маленький набор эталонных фрагментов.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Нормализация должна быть обратимой или хотя бы задокументированной. Иногда диакритика критична для языка. Иногда разные орфографии отражают социальные или исторические варианты.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Стандартное случайное разделение часто дает ложную оценку. Если корпус состоит из перепечаток, random split почти гарантирует утечку.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card - не бюрократия. Это способ передать будущей летней школе и другим исследователям, что именно было сделано и где находятся слабые места.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Агент хорошо помогает формулировать чек-листы и писать тесты для корпуса. Но финальные решения о нормализации языка и исключении материалов должны оставаться у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course_sessions/05_ochistka_filtratsiya_i_dokumentatsiya_korpusov.md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e8fc8775c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16b4dc5f9c465a" /><Relationship Type="http://schemas.openxmlformats.org/officeDocument/2006/relationships/slideLayout" Target="/ppt/slideLayouts/slideLayout1.xml" Id="R592301a1fcc543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2301a1fcc543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0f122dc444b11" /><Relationship Type="http://schemas.openxmlformats.org/officeDocument/2006/relationships/notesSlide" Target="/ppt/notesSlides/notesSlide1.xml" Id="R2e9ff3ee6c274b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7135c01274f32" /><Relationship Type="http://schemas.openxmlformats.org/officeDocument/2006/relationships/notesSlide" Target="/ppt/notesSlides/notesSlide2.xml" Id="R6ce2e13c32ca46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02ba51d2f4d34" /><Relationship Type="http://schemas.openxmlformats.org/officeDocument/2006/relationships/notesSlide" Target="/ppt/notesSlides/notesSlide3.xml" Id="R244d30a45efc4b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c4202a4c94534" /><Relationship Type="http://schemas.openxmlformats.org/officeDocument/2006/relationships/notesSlide" Target="/ppt/notesSlides/notesSlide4.xml" Id="Rc2bc0838845044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8bf11090c4bf4" /><Relationship Type="http://schemas.openxmlformats.org/officeDocument/2006/relationships/notesSlide" Target="/ppt/notesSlides/notesSlide5.xml" Id="R1d34a79f3b8f40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33edc9b254547" /><Relationship Type="http://schemas.openxmlformats.org/officeDocument/2006/relationships/notesSlide" Target="/ppt/notesSlides/notesSlide6.xml" Id="R82af084a177e41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c41c905e543ea" /><Relationship Type="http://schemas.openxmlformats.org/officeDocument/2006/relationships/notesSlide" Target="/ppt/notesSlides/notesSlide7.xml" Id="R9487b9cd7ab24c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e3263ed6b45ab" /><Relationship Type="http://schemas.openxmlformats.org/officeDocument/2006/relationships/notesSlide" Target="/ppt/notesSlides/notesSlide8.xml" Id="Rd961a865706d4c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1db37bb084705" /><Relationship Type="http://schemas.openxmlformats.org/officeDocument/2006/relationships/notesSlide" Target="/ppt/notesSlides/notesSlide9.xml" Id="R3a7458d3ca0b4a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0d75e7eb84d45" /><Relationship Type="http://schemas.openxmlformats.org/officeDocument/2006/relationships/notesSlide" Target="/ppt/notesSlides/notesSlide10.xml" Id="R61fbde4cb8e341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e29bdf6a74554" /><Relationship Type="http://schemas.openxmlformats.org/officeDocument/2006/relationships/notesSlide" Target="/ppt/notesSlides/notesSlide11.xml" Id="Ra40e4eb0092c4d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90bd2a88d46ce" /><Relationship Type="http://schemas.openxmlformats.org/officeDocument/2006/relationships/notesSlide" Target="/ppt/notesSlides/notesSlide12.xml" Id="Rdf4213ea39c04b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ad6cb8084367" /><Relationship Type="http://schemas.openxmlformats.org/officeDocument/2006/relationships/notesSlide" Target="/ppt/notesSlides/notesSlide13.xml" Id="Rdf3961c3cf5d4b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CAA0C-AF3A-4EB5-94C9-97DBE796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38B3C-B01E-4ECA-8DAB-AAB8C83C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Курс по ML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C74C3-7971-42E7-A76C-E1BCCE9E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2433"/>
                </a:solidFill>
              </a:defRPr>
            </a:pPr>
            <a:r>
              <a:rPr sz="3750" b="1">
                <a:solidFill>
                  <a:srgbClr val="1D2433"/>
                </a:solidFill>
              </a:rPr>
              <a:t>Занятие 5. Очистка, фильтрация и документация корпусов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0D40C-D3EF-408F-9C8A-DD5C3EC7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Занятие превращает сырые данные в корпус, который можно использовать для обучения и оценки моделей. Главный фокус - качество, воспроизводимость и документация.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64BED-971C-4E74-85AE-AE82E7A7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433"/>
                </a:solidFill>
              </a:defRPr>
            </a:pPr>
            <a:r>
              <a:rPr sz="1500">
                <a:solidFill>
                  <a:srgbClr val="1D2433"/>
                </a:solidFill>
              </a:rPr>
              <a:t>Лекция, семинар, домашнее задание и заметки докладчика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26033-F481-48ED-BE67-53D04D1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CCFA6-9745-4231-86E7-0B6CA3E6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1449873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B928A-0940-4F84-9C03-A94F605A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885BA-7265-48DB-A939-FFC5A2BE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Почему очистка важнее размера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83C01-3152-43AF-B011-1ACCD7FC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B36B3-BB5C-4A50-AE4C-7DBDE777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Малый корпус чувствителен к каждому ошибочному примеру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4258E-F3EF-4F79-B9D0-FE27B65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697C0-4F89-4BD6-BC17-B927A2F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Шум ломает ASR, OCR, перевод и спелчекер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05398-FB38-4C0B-8DCC-B009F199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FDC34-DD16-47ED-91F4-A6E32EF3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Документация делает корпус пригодным для повторного использования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A775C-A35F-4B4B-8A62-A942BD03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EA205-5453-413A-AE78-20433E89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7CCE9-7BE3-4475-BD8B-E319E292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1595225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ED042-8472-42ED-9CEC-846C805E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D73AA-C504-4771-ADAD-DAC5B3A6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Уровни очистки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09B1A-7C9C-401F-B525-5F15DA9C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DA18D-B750-4579-938F-FD78038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Техническая: HTML, мусор, кодировки, пустые строки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58ACB-B0FB-414A-A502-B99A585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80798-4DBB-49B1-89A2-17559BBE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Текстовая: дубли, boilerplate, списки, меню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B971A-77A3-4428-9859-871F78F0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80CD4-FBB0-4FAE-B3FF-BF42D4F8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Языковая: не тот язык, смешанные фрагменты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D67FB-6E79-470C-AF09-D7121DE8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D12C5-6DEE-4DB1-921C-D3119AB8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Лингвистическая: нормализация орфографии, токенизация, морфология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DEA29-91FC-4FB1-94C8-40744A53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A9B72-8052-4335-9877-B50CD0CF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Этическая: персональные и чувствительные 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B3E5C-A7DC-410E-A95B-2C8CBC75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9203F-D8FE-4BB8-B55E-68E97248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FC50D-82A2-4A51-BF25-D9DAD5F5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3590336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3ACE7-C2A6-49EB-9D9A-ED453DB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F07CE-6895-447E-9BE2-EC2E869B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Дедупликация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63194-AB36-4A90-9092-131C75C5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D758-473D-46B2-BD2C-962EC29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Exact duplicates: одинаковые строки и документы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3FD48-25F9-4B33-AE2A-CD7FED44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34911-091D-4AB0-891F-149F1277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Near duplicates: новости, перепечатки, шаблоны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8EB5-A3FA-451C-9FBC-1A806FC6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329BF-5CA0-4E20-A9E5-D80EDB0A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Хеши, n-граммы, MinHash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3F50C-422C-4508-B03D-940F54AD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B6A02-F2A2-4D68-B4F4-D12711DC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Важно сохранять источник удаленного дубля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22D11-D712-4C02-BBFE-F0C22FC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9636B-980E-4DB2-AEFE-9655B5F2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FDC51-A12F-4A3A-AE13-428BAE19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1055988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90203-6E71-4B99-8B21-4540A4D4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F10FB-2E7D-4A0A-947E-D7C31591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Языковая фильтрация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59D39-1611-4A01-8D3A-483F6402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72518-34CF-494C-A265-B4C099F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FastText language identification как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03885-D21C-49E7-A890-A9AB0B5B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93098-921D-4109-B4B7-6D9DCA59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Эмбеддинги и примеры якорных текстов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5B650-E0EE-41C8-A73E-982BAA1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296E0-585F-4F13-8B00-0F911168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Ручная проверка выборки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2E0F0-BD8B-4729-B94E-7488A41B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877A4-BBB9-4608-9646-F50D5B2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Отдельный класс: code-switching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8A988-9D12-4E57-A758-18EA49B9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1F37F-91B5-445B-8B0A-083374A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1BB75-D70E-48B8-A69F-33CDE8DC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798359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2E9A6-2AB4-4E4F-B417-E4504CD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51F10-78C5-4900-9003-DD1BAC36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Нормализация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F1F44-2BF9-458F-A51E-CAC66B0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E2892-F23C-4305-9D31-C5529541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Unicode normalization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C9C5F-A872-4D6F-98C5-93A2E7E9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F378E-53B2-410B-A976-CBA283F5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Орфографические варианты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07EB3-6B17-43BC-85C1-EFFADEC5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2911D-4D44-45BA-8D44-9C25E5C4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Апострофы, дефисы, диакритика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D68C2-DC94-416E-8D9D-F3C19015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C6AD9-D0BC-43F2-85D1-FFE3316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 уничтожать информацию без причины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28496-6ED2-4D34-9DEF-D6B30BB1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B857E-DFB5-4763-A379-1B792CA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01D0C-FC00-4101-9523-D2599447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1402294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30973-7480-4A7E-9876-9B3AB8E9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8A2FE-C715-4401-A3F6-F97C81DF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Train/dev/test для малых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8A565-E2BF-4B1D-8EF2-D50779FB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CEF58-4BAB-4439-9B24-DE8D4F3F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Разделяем по источникам, авторам, датам или жанрам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DBD21-70FC-4C43-921A-817FC3E7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5A7FF-43EA-414F-92D4-76A6E8EF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 допускаем дублей между сплитами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06145-88C3-4C4D-9998-EA8C9119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CA383-1FBC-4C18-9DA9-1098BC96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Test должен отражать реальную задачу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E5223-5AF4-4FFE-BA3E-F8DEDCDC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95939-F9AA-489C-BA5C-530B11B8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Для очень малых данных: cross-validation или expert test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4D8F7-6DBB-4EFB-BE43-92474FDD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6A3B5-E7C3-43AB-8453-79809758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B1234-DF24-43C1-A31C-601580A4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657206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BCCE3-3B2D-4D36-A559-AFBAFB75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71BA7-79A7-43B8-9999-EC49451E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Data 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174BC-8D42-4C09-8031-C2078F17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A16CD-E25F-4BF1-B702-2497928B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Назначение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A53C0-60CF-4BC7-A698-9C78EEE0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07C10-97DD-4CE3-B216-BE3EC99F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Источники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072F7-0434-413F-B198-71258884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B165F-5915-4280-8695-2034E0E3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Состав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99A73-6DB7-4A28-BDE4-6CBFE947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F0D03-130F-48A1-B010-B79B4286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Лицензии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31FCC-F26F-4471-9997-84E1CEE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5BA03-6B07-407A-B600-BAD444FD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Процесс очистки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C5A48-BCB8-407C-A7A8-4451B510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E2698-1C2B-40CE-AD2A-631B0E03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Ограничения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08116-8E4F-488E-B0B9-1F9C187D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5E178-372E-48B0-AE58-B77A441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Риски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58902-DEAB-4CCD-81CA-6F344D0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4CA5E-13EF-4995-88FA-76E6F879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Рекомендованное и нерекомендованное использование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F8B6A-12CB-4D5C-B740-8E263C61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7173A-ACBA-4912-8891-47B2584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6222B-F847-4591-9137-D2428066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260277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63374-BBF5-49A1-B6AA-C0A5D8EB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0F715-6EE3-450A-A101-A497E296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Контроль качества агентами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E253C-1DFA-4ACB-9F9A-D520DC0D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05A82-D761-4CEF-A5D2-8AE371AD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Агент генерирует проверки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ECB5F-0FEA-4B36-9EF7-48BC7B8E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4BA3B-8CAB-4EA1-94A6-87C70BDF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Агент ищет аномалии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E9BC7-1E59-4F07-B893-E833D9CF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C27CE-82B7-4140-B37B-94780DF7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Агент пишет отчет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AAFF0-0906-415D-8C2B-7EEDC9BF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0CC47-D0EC-433D-B032-F0ACF008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Человек утверждает правила и проверяет выборку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B9FC9-CE3A-4C31-AED1-62CBFB68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82428-3526-4EB5-8C94-625536A6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54C80-4970-46E3-85D4-29C6B638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881996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08F85-FDDC-4E14-B330-5D9A3EFD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CDF5B-CBA5-4482-81C6-90DDC6EB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1. Профиль корпуса,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78BFC-EF51-40E5-9282-532B4AE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9D129-E3DE-4B4B-A2AC-78E522C3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считают: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0CA64-2D4D-4585-9AE5-9119FE84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3EF35-7BA2-4A31-93C8-50BEE9AF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число документов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2EB6-75C9-418A-B3DF-0C314AC1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9E7D8-FF74-4104-89DB-A49FA9C3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число символов и слов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BA561-8A7A-4F8C-BFBB-E4961E43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D9843-E5D3-450F-B03F-154D33A4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распределение по источникам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A378F-EF68-4DC9-9E8C-D7170116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8635F-0B66-4341-A2A5-2F93FE8D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долю пустых или коротких документов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CA23D-0959-4EEA-B2E1-81F2998A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D3A5B-2405-4008-83D9-1FDDC882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топ повторяющихся строк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4B7E7-2E1E-465C-81A3-452E0858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C455B-0AB2-4612-B498-A1E58C4D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8316F-2B22-4EEC-ABCC-8C367C1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2070589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8D356-7085-4C28-99C3-3654D33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387CF-2270-4286-B006-412247E3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2. Очистка, 30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13A58-748A-4DF3-AB0E-3A9B0093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62927-54A7-4A5F-ABD4-5C468AFC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создают cleaning_rules.md и применяют минимум 5 правил: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93429-6DA2-455B-BAA8-A07B6696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EF102-D992-42FD-9471-9988FDD8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удалить HTML-мусор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95ACC-5D0B-4D04-AE6F-4CE10DA3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E2F6E-338A-44B1-92DB-FEBD627C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нормализовать Unicode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AFEA5-B984-4145-8C97-B459F629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391A3-F402-4DE9-95E8-7BFCE72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удалить пустые строки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9B063-7097-430D-993E-1756CA0F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4C2EC-B2F8-43FD-8CB8-A56AB62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удалить дубли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2BEB1-A66D-4535-A22B-ECBCCC41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43459-56A1-495B-90B8-854FD401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пометить смешанные фрагменты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A0AFD-D593-497B-A35A-BD9CFB64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61F52-4C22-4632-9F1C-80E9A4C6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11489-21F5-4728-9565-5810584B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12373411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A148A-20DD-47B0-872D-BB148F13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C7679-9F57-473D-8B33-31AE531B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3. Ручная валидация,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37135-56C6-4D3C-9FDC-BCA1204E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A7D72-C2DA-4E11-862F-87CAABE8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Каждая команда проверяет 30 случайных фрагментов и считает: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078F7-2368-479B-8F52-BD994BE3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FA428-B96A-4A70-83BA-86D7FCCD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долю пригодных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A7055-06D6-4320-9C53-93EC4F92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18971-9FBD-4CF6-B33D-3487EE15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долю нецелевого языка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18735-4657-438B-BE0B-0D4166C4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8FAF6-512B-47C9-B413-0A298D68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долю технического мусора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596F5-F0BF-4F33-9EFF-B096AF8B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7E677-E844-4CE0-8C3B-F06E8434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долю спорных случаев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7B01B-E606-4256-810B-B795B954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24AC5-98A6-4C2E-91C1-5FD43CC4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C5D87-7644-4841-B174-BCC8CA9D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6734106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EC0F6-06BB-4C90-BA1D-FD44632C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6F3F8-5F39-43D3-BC3C-E4FACC4E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4. Data card,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B0388-3A22-4EA0-9ACA-0305746E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68572-18A7-455C-8AE1-F8701085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Команды заполняют первый черновик DATA_CARD.md.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B9E88-60F1-4839-AA4E-94281D2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B898B-EF8E-4E1F-82EA-D4908CC9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Промпт для агента: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B47DA-3DB0-4ED9-A370-2F46E9E8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95F62-0706-437F-98F8-EB93D93C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На основе описания источников, правил очистки и ручной проверки создай черновик data card.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7F646-839A-4979-B5F7-6606C5D9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5FEBE-5175-4223-825C-0066DF22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Отдельно выпиши ограничения датасета, риски для языкового сообщества и список того,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78D07-A993-48FA-A061-735E53A4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841CB-C85C-472A-B673-F07890C5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что нужно проверить перед публикацией.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0D910-126D-43B1-8965-8EF823C2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B601E-8F92-451D-9038-97A4D1AD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## Домашнее задание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38435-1331-4441-A006-519113F4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6C43A-5ABF-4B20-AA61-BA5B49B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Довести clean_texts.jsonl до воспроизводимого состояния.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6DE33-241A-44CE-BBFC-B8352E50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D9971-A675-4C9A-B565-8F418138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Подготовить DATA_CARD.md.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8AC81-BA44-4599-930B-6D7B9479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E060D-219C-4A15-B368-862D5999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F62EA-A776-4F3A-8C09-D11CCF01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13/13</a:t>
            </a:r>
          </a:p>
        </p:txBody>
      </p:sp>
    </p:spTree>
    <p:extLst>
      <p:ext uri="{BB962C8B-B14F-4D97-AF65-F5344CB8AC3E}">
        <p14:creationId xmlns:p14="http://schemas.microsoft.com/office/powerpoint/2010/main" val="1784485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2026-08-17T15:32:37.5030000Z</dcterms:created>
  <dcterms:modified xsi:type="dcterms:W3CDTF">2026-08-17T15:32:37.5030000Z</dcterms:modified>
</coreProperties>
</file>