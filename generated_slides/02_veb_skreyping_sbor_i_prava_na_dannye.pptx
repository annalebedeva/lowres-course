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61128cce194fca" /><Relationship Type="http://schemas.openxmlformats.org/officeDocument/2006/relationships/extended-properties" Target="/docProps/app.xml" Id="R34290e5f5604487e" /><Relationship Type="http://schemas.openxmlformats.org/officeDocument/2006/relationships/officeDocument" Target="/ppt/presentation.xml" Id="Rff7122b1226045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cfb2ec2a5a44dd"/>
  </p:sldMasterIdLst>
  <p:notesMasterIdLst>
    <p:notesMasterId xmlns:r="http://schemas.openxmlformats.org/officeDocument/2006/relationships" r:id="R2e0bcb6d85714e80"/>
  </p:notesMasterIdLst>
  <p:sldIdLst>
    <p:sldId xmlns:r="http://schemas.openxmlformats.org/officeDocument/2006/relationships" id="256" r:id="R5e973e427caf4f32"/>
    <p:sldId xmlns:r="http://schemas.openxmlformats.org/officeDocument/2006/relationships" id="257" r:id="R123d98b08ed54640"/>
    <p:sldId xmlns:r="http://schemas.openxmlformats.org/officeDocument/2006/relationships" id="258" r:id="R28d18d9bb7224dcd"/>
    <p:sldId xmlns:r="http://schemas.openxmlformats.org/officeDocument/2006/relationships" id="259" r:id="R0f651ee5c1ee4ce7"/>
    <p:sldId xmlns:r="http://schemas.openxmlformats.org/officeDocument/2006/relationships" id="260" r:id="R3ea8f76cc69c42ec"/>
    <p:sldId xmlns:r="http://schemas.openxmlformats.org/officeDocument/2006/relationships" id="261" r:id="Rbb0ef60bfa054f0a"/>
    <p:sldId xmlns:r="http://schemas.openxmlformats.org/officeDocument/2006/relationships" id="262" r:id="Rf5c4f634d4d04afb"/>
    <p:sldId xmlns:r="http://schemas.openxmlformats.org/officeDocument/2006/relationships" id="263" r:id="R39e9fb513aac4fe0"/>
    <p:sldId xmlns:r="http://schemas.openxmlformats.org/officeDocument/2006/relationships" id="264" r:id="R88f24d9c8a5e431a"/>
    <p:sldId xmlns:r="http://schemas.openxmlformats.org/officeDocument/2006/relationships" id="265" r:id="R634d4bca19bb4b30"/>
    <p:sldId xmlns:r="http://schemas.openxmlformats.org/officeDocument/2006/relationships" id="266" r:id="R6115dcd38e044498"/>
    <p:sldId xmlns:r="http://schemas.openxmlformats.org/officeDocument/2006/relationships" id="267" r:id="Rda300161ee884e36"/>
    <p:sldId xmlns:r="http://schemas.openxmlformats.org/officeDocument/2006/relationships" id="268" r:id="R43742c9ef8e544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e85c93f9524889" /><Relationship Type="http://schemas.openxmlformats.org/officeDocument/2006/relationships/slideMaster" Target="/ppt/slideMasters/slideMaster1.xml" Id="R00cfb2ec2a5a44dd" /><Relationship Type="http://schemas.openxmlformats.org/officeDocument/2006/relationships/notesMaster" Target="/ppt/notesMasters/notesMaster1.xml" Id="R2e0bcb6d85714e80" /><Relationship Type="http://schemas.openxmlformats.org/officeDocument/2006/relationships/presProps" Target="/ppt/presProps.xml" Id="Rdc1e3a4298dd458d" /><Relationship Type="http://schemas.openxmlformats.org/officeDocument/2006/relationships/tableStyles" Target="/ppt/tableStyles.xml" Id="R909d5cb199e14a45" /><Relationship Type="http://schemas.openxmlformats.org/officeDocument/2006/relationships/slide" Target="/ppt/slides/slide1.xml" Id="R5e973e427caf4f32" /><Relationship Type="http://schemas.openxmlformats.org/officeDocument/2006/relationships/slide" Target="/ppt/slides/slide2.xml" Id="R123d98b08ed54640" /><Relationship Type="http://schemas.openxmlformats.org/officeDocument/2006/relationships/slide" Target="/ppt/slides/slide3.xml" Id="R28d18d9bb7224dcd" /><Relationship Type="http://schemas.openxmlformats.org/officeDocument/2006/relationships/slide" Target="/ppt/slides/slide4.xml" Id="R0f651ee5c1ee4ce7" /><Relationship Type="http://schemas.openxmlformats.org/officeDocument/2006/relationships/slide" Target="/ppt/slides/slide5.xml" Id="R3ea8f76cc69c42ec" /><Relationship Type="http://schemas.openxmlformats.org/officeDocument/2006/relationships/slide" Target="/ppt/slides/slide6.xml" Id="Rbb0ef60bfa054f0a" /><Relationship Type="http://schemas.openxmlformats.org/officeDocument/2006/relationships/slide" Target="/ppt/slides/slide7.xml" Id="Rf5c4f634d4d04afb" /><Relationship Type="http://schemas.openxmlformats.org/officeDocument/2006/relationships/slide" Target="/ppt/slides/slide8.xml" Id="R39e9fb513aac4fe0" /><Relationship Type="http://schemas.openxmlformats.org/officeDocument/2006/relationships/slide" Target="/ppt/slides/slide9.xml" Id="R88f24d9c8a5e431a" /><Relationship Type="http://schemas.openxmlformats.org/officeDocument/2006/relationships/slide" Target="/ppt/slides/slide10.xml" Id="R634d4bca19bb4b30" /><Relationship Type="http://schemas.openxmlformats.org/officeDocument/2006/relationships/slide" Target="/ppt/slides/slide11.xml" Id="R6115dcd38e044498" /><Relationship Type="http://schemas.openxmlformats.org/officeDocument/2006/relationships/slide" Target="/ppt/slides/slide12.xml" Id="Rda300161ee884e36" /><Relationship Type="http://schemas.openxmlformats.org/officeDocument/2006/relationships/slide" Target="/ppt/slides/slide13.xml" Id="R43742c9ef8e544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e3661df91842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36aa25705e4da7" /><Relationship Type="http://schemas.openxmlformats.org/officeDocument/2006/relationships/notesMaster" Target="/ppt/notesMasters/notesMaster1.xml" Id="Raf45052bc64d4e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f1b14f916f42d2" /><Relationship Type="http://schemas.openxmlformats.org/officeDocument/2006/relationships/notesMaster" Target="/ppt/notesMasters/notesMaster1.xml" Id="R2413099edcc448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15ea167f1f4d32" /><Relationship Type="http://schemas.openxmlformats.org/officeDocument/2006/relationships/notesMaster" Target="/ppt/notesMasters/notesMaster1.xml" Id="R439f06db833045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db9c3d16e24cd3" /><Relationship Type="http://schemas.openxmlformats.org/officeDocument/2006/relationships/notesMaster" Target="/ppt/notesMasters/notesMaster1.xml" Id="R2a9efd05d49d4a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be0939a31d4b6f" /><Relationship Type="http://schemas.openxmlformats.org/officeDocument/2006/relationships/notesMaster" Target="/ppt/notesMasters/notesMaster1.xml" Id="R1568b322909a43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90a517c7394420" /><Relationship Type="http://schemas.openxmlformats.org/officeDocument/2006/relationships/notesMaster" Target="/ppt/notesMasters/notesMaster1.xml" Id="R1a71ce0a171b41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d0efa69b5c4b01" /><Relationship Type="http://schemas.openxmlformats.org/officeDocument/2006/relationships/notesMaster" Target="/ppt/notesMasters/notesMaster1.xml" Id="R7565209d1dbf4c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a9ecdf085c4143" /><Relationship Type="http://schemas.openxmlformats.org/officeDocument/2006/relationships/notesMaster" Target="/ppt/notesMasters/notesMaster1.xml" Id="Ra2fc14edb11745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2fbfd9cd5941f8" /><Relationship Type="http://schemas.openxmlformats.org/officeDocument/2006/relationships/notesMaster" Target="/ppt/notesMasters/notesMaster1.xml" Id="R9e7a4424eef74c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a2b65482354bd0" /><Relationship Type="http://schemas.openxmlformats.org/officeDocument/2006/relationships/notesMaster" Target="/ppt/notesMasters/notesMaster1.xml" Id="Rec92f2aae1cb48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fa1a9191ec44fc" /><Relationship Type="http://schemas.openxmlformats.org/officeDocument/2006/relationships/notesMaster" Target="/ppt/notesMasters/notesMaster1.xml" Id="R7a783b0025f74b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7924b4f8be4403" /><Relationship Type="http://schemas.openxmlformats.org/officeDocument/2006/relationships/notesMaster" Target="/ppt/notesMasters/notesMaster1.xml" Id="Rc435e089263b4a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e4b6d9ccbd430e" /><Relationship Type="http://schemas.openxmlformats.org/officeDocument/2006/relationships/notesMaster" Target="/ppt/notesMasters/notesMaster1.xml" Id="R9c2d07c196ce46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course_sessions/02_veb_skreyping_sbor_i_prava_na_dannye.md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многих языков открытый веб-корпус мал или почти отсутствует. Поэтому сбор данных часто комбинирует веб, архивы, OCR и полевую работу. Нужно сразу отделять легальные открытые источники от материалов, которые нельзя публиковать.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course_sessions/02_veb_skreyping_sbor_i_prava_na_dannye.md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Скрейпинг - не просто "скачать сайт". Воспроизводимость важнее объема. Через месяц команда должна понимать, откуда взялась каждая строка и можно ли ее использовать.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course_sessions/02_veb_skreyping_sbor_i_prava_na_dannye.md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Даже если технически можно скачать данные, это не значит, что их можно публиковать или использовать для обучения модели. Для летней школы нужно заранее подготовить шаблоны согласий и правила хранения.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course_sessions/02_veb_skreyping_sbor_i_prava_na_dannye.md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Студенты с базовым Python могут работать через готовые библиотеки и агента. Но они должны проверять результат: извлекся ли основной текст, не попали ли меню, реклама, комментарии, дубли.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course_sessions/02_veb_skreyping_sbor_i_prava_na_dannye.md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Метаданные позволяют потом чистить корпус, исключать спорные источники и воспроизводить датасет. Это особенно важно для малоресурсных языков, где каждый текст может сильно влиять на модель.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course_sessions/02_veb_skreyping_sbor_i_prava_na_dannye.md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Большой корпус низкого качества может вредить больше, чем маленький корпус хорошего качества. Нужно учить студентов считать не только объем, но и долю шума.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course_sessions/02_veb_skreyping_sbor_i_prava_na_dannye.md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Агент полезен для рутинных шагов: составить список сайтов, написать скрипт, проверить формат. Но нельзя делегировать ему финальное решение о праве использования и качестве языкового материала.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course_sessions/02_veb_skreyping_sbor_i_prava_na_dannye.md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Даже если команда собрала 20 текстов, это уже полезно, если они чисто описаны и воспроизводимы. Цель занятия - создать основу корпуса.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course_sessions/02_veb_skreyping_sbor_i_prava_na_dannye.md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course_sessions/02_veb_skreyping_sbor_i_prava_na_dannye.md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course_sessions/02_veb_skreyping_sbor_i_prava_na_dannye.md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course_sessions/02_veb_skreyping_sbor_i_prava_na_dannye.md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course_sessions/02_veb_skreyping_sbor_i_prava_na_dannye.md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f1f7133734f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b3be85da9d4e3f" /><Relationship Type="http://schemas.openxmlformats.org/officeDocument/2006/relationships/slideLayout" Target="/ppt/slideLayouts/slideLayout1.xml" Id="Rec5e3ef6cd7046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5e3ef6cd7046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365b37c6442be" /><Relationship Type="http://schemas.openxmlformats.org/officeDocument/2006/relationships/notesSlide" Target="/ppt/notesSlides/notesSlide1.xml" Id="R2e47dc16485b46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0d994c7554a52" /><Relationship Type="http://schemas.openxmlformats.org/officeDocument/2006/relationships/notesSlide" Target="/ppt/notesSlides/notesSlide2.xml" Id="R70504e1abeb546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df816127947ce" /><Relationship Type="http://schemas.openxmlformats.org/officeDocument/2006/relationships/notesSlide" Target="/ppt/notesSlides/notesSlide3.xml" Id="R34db3f0bff2342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d514f8a9047a1" /><Relationship Type="http://schemas.openxmlformats.org/officeDocument/2006/relationships/notesSlide" Target="/ppt/notesSlides/notesSlide4.xml" Id="R89b223abec894e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de8d5b8c64838" /><Relationship Type="http://schemas.openxmlformats.org/officeDocument/2006/relationships/notesSlide" Target="/ppt/notesSlides/notesSlide5.xml" Id="R692bf0d6fea746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82b4b54cb498c" /><Relationship Type="http://schemas.openxmlformats.org/officeDocument/2006/relationships/notesSlide" Target="/ppt/notesSlides/notesSlide6.xml" Id="Rcc40cc0405d746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6a048fd984299" /><Relationship Type="http://schemas.openxmlformats.org/officeDocument/2006/relationships/notesSlide" Target="/ppt/notesSlides/notesSlide7.xml" Id="Rb5f191dc095c49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8229a794a4c67" /><Relationship Type="http://schemas.openxmlformats.org/officeDocument/2006/relationships/notesSlide" Target="/ppt/notesSlides/notesSlide8.xml" Id="R1c1a45fee79446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405fff8f84fa8" /><Relationship Type="http://schemas.openxmlformats.org/officeDocument/2006/relationships/notesSlide" Target="/ppt/notesSlides/notesSlide9.xml" Id="R24e12c20deda46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d9692ee3642a3" /><Relationship Type="http://schemas.openxmlformats.org/officeDocument/2006/relationships/notesSlide" Target="/ppt/notesSlides/notesSlide10.xml" Id="R9d494df395f74e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dcd7bfdcc4d8f" /><Relationship Type="http://schemas.openxmlformats.org/officeDocument/2006/relationships/notesSlide" Target="/ppt/notesSlides/notesSlide11.xml" Id="R61e3105694124d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a7a1f5ef247d2" /><Relationship Type="http://schemas.openxmlformats.org/officeDocument/2006/relationships/notesSlide" Target="/ppt/notesSlides/notesSlide12.xml" Id="R5cee521a4e5e46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5137d599f4dda" /><Relationship Type="http://schemas.openxmlformats.org/officeDocument/2006/relationships/notesSlide" Target="/ppt/notesSlides/notesSlide13.xml" Id="R95157d3d746b40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49006-CC59-4A4A-A91D-899A27CC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65A10-BB78-40E2-909D-29856685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Курс по ML для малоресурсных языков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0A0A6-7542-4DE5-BACA-E9636A01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942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2433"/>
                </a:solidFill>
              </a:defRPr>
            </a:pPr>
            <a:r>
              <a:rPr sz="3750" b="1">
                <a:solidFill>
                  <a:srgbClr val="1D2433"/>
                </a:solidFill>
              </a:rPr>
              <a:t>Занятие 2. Веб-скрейпинг, сбор данных и правовая рамка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0ADCD-10A4-43BA-8C27-96CC87C2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Занятие учит находить и собирать текстовые данные без разрушения качества и без нарушения прав. Главный результат - первый воспроизводимый пайплайн сбора корпуса и таблица источников.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BF6DA-1789-4029-816E-E605E83F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433"/>
                </a:solidFill>
              </a:defRPr>
            </a:pPr>
            <a:r>
              <a:rPr sz="1500">
                <a:solidFill>
                  <a:srgbClr val="1D2433"/>
                </a:solidFill>
              </a:rPr>
              <a:t>Лекция, семинар, домашнее задание и заметки докладчика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25177-4C5E-4B52-80A8-E6437342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18A9C-9B46-4FBF-8D68-3239CDF0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1/13</a:t>
            </a:r>
          </a:p>
        </p:txBody>
      </p:sp>
    </p:spTree>
    <p:extLst>
      <p:ext uri="{BB962C8B-B14F-4D97-AF65-F5344CB8AC3E}">
        <p14:creationId xmlns:p14="http://schemas.microsoft.com/office/powerpoint/2010/main" val="1768602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9B21E-7E73-4B56-97B3-751569EC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6EBB4-3C49-44DD-8ABB-AD627DF5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Откуда берутся данные для малоресурсных языков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A8CCF-7402-4E91-8C36-1CECA929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4C138-5061-4517-9869-02340CE9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Сайты местных СМИ, администраций, школ, музеев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6384A-C606-4E60-9D07-F9726845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5A778-1E5B-417D-BE7A-BF96A880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PDF, учебники, словари, архивы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2EEB0-B2F4-45EF-8608-DDF0B92B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A0837-74BB-4326-9554-BE033AF1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Социальные сети и мессенджеры: только с явным согласием и осторожностью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7859C-DC93-4200-A970-BF344E3A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46340-C3BE-4536-8073-476C90CB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Полевые данные: речь, списки слов, тексты, переводы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E4B36-3B8D-46E2-B3AF-90427F9F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44F30-8077-4F89-B17B-9BCBC227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F0739-C692-40CC-ABD7-70076A26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2/13</a:t>
            </a:r>
          </a:p>
        </p:txBody>
      </p:sp>
    </p:spTree>
    <p:extLst>
      <p:ext uri="{BB962C8B-B14F-4D97-AF65-F5344CB8AC3E}">
        <p14:creationId xmlns:p14="http://schemas.microsoft.com/office/powerpoint/2010/main" val="4883671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BB09CD-F584-43AC-B6EA-5EA07F45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6260C-BD0E-4EEA-88A2-F1B18252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Скрейпинг как исследовательский пайплайн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1494E-4032-47CD-8AA6-0C846420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F4D20-22C8-49AC-83A7-B9FE0A13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Инвентаризация источников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2D9A6-6A41-43FD-91E6-ECB2D374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FDDB2-6D6D-4D6A-A492-2F9A4C2E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Проверка правил доступа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64AC7-64B4-49AE-9699-E43F8BCB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E7944-C86C-49C7-A340-A39C9816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Загрузка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B3690-3761-4523-973A-42E861C2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CAFA3-20C3-4E18-9415-FA77E887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Извлечение текста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3679D-3556-41FE-8E1F-F0B5E07E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61DB2-4935-47BA-AADA-D590CC91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Дедупликация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2FBB6-4687-483B-8642-B74D8983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11599-4BD8-4063-B2C4-B51C0007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Языковая фильтрация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3C19A-1CBA-4A98-B060-765ECC00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A47F1-0DC1-407F-9761-99AEBE8B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Документация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03585-25B5-476F-875C-F61B8831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9945F5-2801-4401-8DFE-298E5263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80ECD4-D27D-4072-A33D-E8D52ECD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3/13</a:t>
            </a:r>
          </a:p>
        </p:txBody>
      </p:sp>
    </p:spTree>
    <p:extLst>
      <p:ext uri="{BB962C8B-B14F-4D97-AF65-F5344CB8AC3E}">
        <p14:creationId xmlns:p14="http://schemas.microsoft.com/office/powerpoint/2010/main" val="1269439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86307-95A3-4829-959C-84BE1000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A6904-4C6D-4D7E-ADE1-7652D3AE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Правила доступа и этика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3BEDF-7679-4F17-B7E3-2C9F44C3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6B35C-9D53-40BF-868D-6E1D5CA9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Проверяем лицензии, Terms of Use, robots.txt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DE3D8-845F-4232-92D9-06A9FD26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8F1C0-8D04-4B35-8A3E-D200CB34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Не собираем личные данные без необходимости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65B8D-F396-4B0D-A85D-D37DF2EA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1598E-07E9-435F-8727-7E3CDD51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Не публикуем чувствительные материалы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7B4C1-B49E-4C52-B598-0FDB1645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1DC45-6BBE-4D35-BEFC-BD3DB39E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Храним источник, дату, лицензию, ограничения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750A2-BC0D-4671-9484-00FC0203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598F1-654A-4794-AE6F-43F9D54A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6097D-E17D-4FD9-84E1-33D47D8A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4/13</a:t>
            </a:r>
          </a:p>
        </p:txBody>
      </p:sp>
    </p:spTree>
    <p:extLst>
      <p:ext uri="{BB962C8B-B14F-4D97-AF65-F5344CB8AC3E}">
        <p14:creationId xmlns:p14="http://schemas.microsoft.com/office/powerpoint/2010/main" val="10691676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8D8E3-3889-4361-9211-E1FEB8CF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0469D-52E5-4B88-A180-80525994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Современные инструменты сбора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65DA6-A252-4F8F-AFDA-5415DA29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4BFB5-20C2-4CA1-80E3-372B42D4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trafilatura, newspaper, readability для извлечения текста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1C7A2-3B22-4BCA-9FF7-F271F924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50BED-ED35-4E2E-864F-5EE8AE72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BeautifulSoup, requests, Playwright для сложных страниц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33F43-8491-4D62-A2DF-8F802BA1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71F51-928B-4C5E-AB65-5ED54F32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Агент для обхода источников и составления отчета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5F041-E8DE-400D-A0FF-D62FD2DC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47880-A5D3-42CE-B1F6-B1C6BF93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Таблица источников как контроль качества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265CB-2897-4D4D-B28D-260A2A94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F2E1A-B8FB-4001-B152-4EFF15FB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02F0E-CD72-49DE-928A-D81E4566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5/13</a:t>
            </a:r>
          </a:p>
        </p:txBody>
      </p:sp>
    </p:spTree>
    <p:extLst>
      <p:ext uri="{BB962C8B-B14F-4D97-AF65-F5344CB8AC3E}">
        <p14:creationId xmlns:p14="http://schemas.microsoft.com/office/powerpoint/2010/main" val="14776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2AFF11-A36C-408E-A4DF-B10E80AB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9AE75-D8C9-40B7-9AA2-A918958C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Что сохранять вместе с текстом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21016-A777-41CE-9EFF-A7088C32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BFDE0-ED5F-4A5C-B15A-F9093E0F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URL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C4724-211E-4BD8-BE57-2DE0A3F5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9E78A-91E1-4F05-B4FE-BFD36B49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Дата загрузки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C3868-FDFA-4E0D-A484-F5A2D3BB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3419D-3EAB-42F7-BF1D-74266FB8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Заголовок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C7CDE-1F1E-4EA7-BA5F-93264597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7C7B4-602F-4295-9C90-76D0F948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Язык по источнику и язык по классификатору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C29EF-4E0A-4E0C-9421-BDE8E184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779BB-3A6F-4EE7-B7EB-75E3569F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Лицензия или статус прав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5CA24-C2F8-43D8-865F-491C3E49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014F5-F340-42DB-B9E4-8D2DB8D7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Хеш текста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1C445-0D9F-47D6-9F9C-675BE771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5883D-EE4C-4DE4-842C-30E94F3E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Версия пайплайна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DC6F37-4768-4485-BA55-EB7F36BF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9794C-47C3-40D0-83B9-4ADF2264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BDC77-2B38-46D2-A1D9-7A0B6880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6/13</a:t>
            </a:r>
          </a:p>
        </p:txBody>
      </p:sp>
    </p:spTree>
    <p:extLst>
      <p:ext uri="{BB962C8B-B14F-4D97-AF65-F5344CB8AC3E}">
        <p14:creationId xmlns:p14="http://schemas.microsoft.com/office/powerpoint/2010/main" val="4066233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B2B25-0461-4FD4-A88B-FEF91EC9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ECA79-D4CF-4552-BF9C-37432B9C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Риски веб-корпусов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DB7B0-FF21-4D4B-87AC-C7A31E1D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FDCF1-6185-4658-9558-D8746E44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Код-свитчинг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9986C-9862-46E1-9C9B-0DA05EC6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F6CB8-7D65-455E-86CB-1E0667B2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Машинные переводы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1C531-FD7F-437D-9A37-C2BE0594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DB50D-4079-4051-9574-801C936D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Повторяющиеся новости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21BC7-3E8E-4BF1-8D1B-85F38D51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D3230-7266-49F5-9F19-64B6CF30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Тексты не на целевом языке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84A4A-4555-4E22-B5F9-08BDAF7D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E565D-EF59-4B19-BCED-6821C88B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Нестабильная орфография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D6915-C154-405A-80FA-58298BE9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6D11D-3B9F-4146-A8F8-9B442D2A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Непрозрачные права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96955-7746-4873-A40B-F26CE1C7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CAF97-FBE1-40F4-911B-AB0E4009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7ABCF-009E-4A23-9AF5-7B7E7D96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7/13</a:t>
            </a:r>
          </a:p>
        </p:txBody>
      </p:sp>
    </p:spTree>
    <p:extLst>
      <p:ext uri="{BB962C8B-B14F-4D97-AF65-F5344CB8AC3E}">
        <p14:creationId xmlns:p14="http://schemas.microsoft.com/office/powerpoint/2010/main" val="2016591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5A6D9-7FEA-4190-8B95-9F4041BB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2E0A1-D79D-4897-87B7-8DE36903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Агентный сбор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76E64-C51E-4E7D-86B8-0811C508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A04A7-1C3F-4FCA-AD34-CAACD1B8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Агент ищет источники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38C4B-77B2-4358-9EF5-2F37C78C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6D37E-E372-4577-8524-47DD7C30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Агент предлагает код загрузки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8ACFB-3370-4DFA-A883-4CFD8F89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06624-87B2-4FB7-B539-E2C0E7B3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Агент строит отчет о качестве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05152-93B7-495F-9A0D-07FC534B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C83A8-A737-4B28-B3B2-7E7D9DE3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Человек проверяет права, выборку и ошибки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A1777-0A26-4780-9D37-906B0BB4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5C5F9-9789-4D24-AA39-7BE49399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80DE8-E363-4D4C-ACE1-C84A70AF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8/13</a:t>
            </a:r>
          </a:p>
        </p:txBody>
      </p:sp>
    </p:spTree>
    <p:extLst>
      <p:ext uri="{BB962C8B-B14F-4D97-AF65-F5344CB8AC3E}">
        <p14:creationId xmlns:p14="http://schemas.microsoft.com/office/powerpoint/2010/main" val="15866935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0DBBBA-01C8-4E36-BE2D-B7B13297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AE058-53ED-461A-9F52-3E4D307F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Артефакт занятия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66B76-C966-4252-8DD7-73FE5F6A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53562-1F91-43A5-94FA-9D589DAF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sources.csv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D996C-1571-4C5B-812F-79B3F98E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7A612-5338-4BE3-A730-51871DAD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scrape_config.yaml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F491A-4D97-457E-A45B-3052EE08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EF6FC-6896-4FBB-BE4E-724FD146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raw_texts.jsonl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1A4F9-2DF3-44C3-AD8D-E301B34B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8FD08-1898-4DCA-991A-E4B9131F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scraping_report.md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9CCD8-8DFA-4C99-B7A1-60E85CBD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C9E34-B1D4-4E08-B917-CF2E8F9E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5DBFC-2B91-479C-85CB-210FAF38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9/13</a:t>
            </a:r>
          </a:p>
        </p:txBody>
      </p:sp>
    </p:spTree>
    <p:extLst>
      <p:ext uri="{BB962C8B-B14F-4D97-AF65-F5344CB8AC3E}">
        <p14:creationId xmlns:p14="http://schemas.microsoft.com/office/powerpoint/2010/main" val="9715706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A44E0-EF22-45D3-A7CB-D09D5FBC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DC97B-AEDC-446A-93A5-EDB1CE8F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1. Таблица источников, 20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78C02-BF1A-47B2-B062-25F404AC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3A70E-C773-44EB-8CE1-59056E8D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Каждая команда создает sources.csv: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3122F-DE57-43D5-8CA9-D13CE416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A3A5A-4C4C-4313-A23A-B0A5191C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source_id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CD090-F915-4A69-9FDA-5E31DE5D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D592B-3E37-4659-AC52-42050AF6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url_or_reference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B6606-E160-4981-85E8-272FC1D4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82140-72D1-4B00-BA30-83328B64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DFFBC-9D2F-48BD-B6F0-DCE92F1F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79CFC-4395-43E6-AA6F-CF5A4109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language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7F9A0-58DD-49E7-B3E0-8CDA9F91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A61C3-2FB3-4178-B231-5AFE62F4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license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BD781-4C88-4840-9C70-E39E976B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AC090-93D4-4221-8A44-373367C4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access_notes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4190B-48DF-464C-8A68-65BA455F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94903-560F-4250-A013-3A1BCE75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risk_level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9A6D4-2467-4558-9E91-9E83E2E0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D3F38B-FD01-4D98-8A2E-FEEF330F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8ADD61-3891-4D80-8C7E-4F1C86F8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10/13</a:t>
            </a:r>
          </a:p>
        </p:txBody>
      </p:sp>
    </p:spTree>
    <p:extLst>
      <p:ext uri="{BB962C8B-B14F-4D97-AF65-F5344CB8AC3E}">
        <p14:creationId xmlns:p14="http://schemas.microsoft.com/office/powerpoint/2010/main" val="6922246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A512A-BA00-4841-876E-56946529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71C16-9697-4737-94F0-2E436217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2. Сбор 5-10 документов, 30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A5947-A60F-4A27-920D-03817CC2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8CAC1-BC5F-44BF-99C9-5981425A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Команды используют готовый скрипт, агентный код или ручную загрузку. Минимальное требование - сохранить текст...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F57A2-BB15-4EDD-92A5-52980CDD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F9DEB-8598-4177-B8D2-7A787B9C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{"id": "...", "source": "...", "text": "...", "metadata": {...}}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534F4-A282-4552-AEF5-E5397F7E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F7F96-7E6A-4676-BDAD-6AAFC280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7EC4E-F3B8-4321-B6DB-5B5E9C21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11/13</a:t>
            </a:r>
          </a:p>
        </p:txBody>
      </p:sp>
    </p:spTree>
    <p:extLst>
      <p:ext uri="{BB962C8B-B14F-4D97-AF65-F5344CB8AC3E}">
        <p14:creationId xmlns:p14="http://schemas.microsoft.com/office/powerpoint/2010/main" val="5774401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D72B2-3FBC-4ACA-93A1-65D7443E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4A09E-0B87-4E6A-9965-C199DEB5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3. Проверка шума, 25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FB6CC-B993-49E1-9AB8-6D79A6E8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BA0C2-AADC-4E0C-B3B3-C6DCD3EE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Команды вручную размечают 20 фрагментов: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10DFF-FC7F-46DC-928B-5AF610AB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5C043-4A8B-4AA6-84AB-82DCF1F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целевой язык: да / нет / смешанный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69DD4-649E-42B6-AFBD-C8D81A5B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E7547-1C1E-497C-9F59-220E8D8A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мусор HTML: да / нет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77A1D-FE1B-4D6A-ACF3-BDD983F8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EBE09-5318-459A-9313-ED2F776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дубликат: да / нет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66894-A45B-4C90-AF39-2D0440AF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26E43-A855-4617-BFA9-5ED3FF2D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права понятны: да / нет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DEC98-EFAD-40AB-8451-56FCFD9B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2DD29-F71D-4854-AA0B-21EE6D86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годится для корпуса: да / нет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2338F-BD9F-410C-916A-522E282E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F9D7B-EF57-4112-A53A-40CBE5C4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85CF3-F683-4962-8F2C-1D42D327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12/13</a:t>
            </a:r>
          </a:p>
        </p:txBody>
      </p:sp>
    </p:spTree>
    <p:extLst>
      <p:ext uri="{BB962C8B-B14F-4D97-AF65-F5344CB8AC3E}">
        <p14:creationId xmlns:p14="http://schemas.microsoft.com/office/powerpoint/2010/main" val="3358805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2654F-BAC5-4AAB-8114-98013482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40E27-70A8-4FC4-8AA8-7C49BB3D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4. Отчет агента, 15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52A91-86D4-4CF8-83FB-2D086362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23D7F-41E2-44DF-94CE-EA370E7B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Промпт: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DC5EF-086C-41B9-ABD6-584D2DA4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C9FF2-2AC9-4EC0-8852-DA149D8C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Проанализируй этот небольшой корпус для малоресурсного языка.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86032-B06B-4982-B346-0B732D9F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1F60F-8254-4AEE-B359-9A4F53A4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Найди признаки мусора, дублей, код-свитчинга и юридических рисков.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09AC6-B67D-450A-91B3-59C7DE2D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35CCC-135D-4DC6-B003-EFE79885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Сформируй отчет: что можно использовать сейчас, что требует проверки,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7821F-511E-4EEE-9600-C9280965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EF1EB-674A-456E-8214-C60EBD26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что нужно исключить. Не делай вид, что уверен в языке, если данных мало.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2D8F5-D750-4126-AE7B-1D3913AA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B6D02-2E20-4446-B561-95473296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## Домашнее задание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5969A-FF7F-482D-9957-3305C8C2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AB13D-A1D8-425F-8703-649EE41A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Расширить список источников до 10-20.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7A021-4EF2-4E22-9417-413FC303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069799-D058-47C0-8E04-77DF4C28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Собрать минимум 30 документов или объяснить, почему это невозможно.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F13EC-920E-4E52-B975-5A005FDE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54806A-15DA-4F71-845B-1E69F1B3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289BD-7C11-4AA2-8679-9990B833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13/13</a:t>
            </a:r>
          </a:p>
        </p:txBody>
      </p:sp>
    </p:spTree>
    <p:extLst>
      <p:ext uri="{BB962C8B-B14F-4D97-AF65-F5344CB8AC3E}">
        <p14:creationId xmlns:p14="http://schemas.microsoft.com/office/powerpoint/2010/main" val="1019796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2026-08-17T15:32:36.9180000Z</dcterms:created>
  <dcterms:modified xsi:type="dcterms:W3CDTF">2026-08-17T15:32:36.9180000Z</dcterms:modified>
</coreProperties>
</file>