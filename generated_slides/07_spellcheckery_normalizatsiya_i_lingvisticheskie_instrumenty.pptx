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53b1b110d541ca" /><Relationship Type="http://schemas.openxmlformats.org/officeDocument/2006/relationships/extended-properties" Target="/docProps/app.xml" Id="R76b96637d11a4111" /><Relationship Type="http://schemas.openxmlformats.org/officeDocument/2006/relationships/officeDocument" Target="/ppt/presentation.xml" Id="Rab134625729740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02bcf40dca4eaa"/>
  </p:sldMasterIdLst>
  <p:notesMasterIdLst>
    <p:notesMasterId xmlns:r="http://schemas.openxmlformats.org/officeDocument/2006/relationships" r:id="R0cb5ba1584ec432d"/>
  </p:notesMasterIdLst>
  <p:sldIdLst>
    <p:sldId xmlns:r="http://schemas.openxmlformats.org/officeDocument/2006/relationships" id="256" r:id="Rd28f25a9c42a4ed4"/>
    <p:sldId xmlns:r="http://schemas.openxmlformats.org/officeDocument/2006/relationships" id="257" r:id="Rdea4fa09fb2345c1"/>
    <p:sldId xmlns:r="http://schemas.openxmlformats.org/officeDocument/2006/relationships" id="258" r:id="Rd1af23c744d14269"/>
    <p:sldId xmlns:r="http://schemas.openxmlformats.org/officeDocument/2006/relationships" id="259" r:id="Rf6731ba379e044db"/>
    <p:sldId xmlns:r="http://schemas.openxmlformats.org/officeDocument/2006/relationships" id="260" r:id="R7899234ad50c40c6"/>
    <p:sldId xmlns:r="http://schemas.openxmlformats.org/officeDocument/2006/relationships" id="261" r:id="Rd56f4ac51deb4e82"/>
    <p:sldId xmlns:r="http://schemas.openxmlformats.org/officeDocument/2006/relationships" id="262" r:id="R80e1b62cd1aa48eb"/>
    <p:sldId xmlns:r="http://schemas.openxmlformats.org/officeDocument/2006/relationships" id="263" r:id="R443db9bb4b8541e2"/>
    <p:sldId xmlns:r="http://schemas.openxmlformats.org/officeDocument/2006/relationships" id="264" r:id="R0f88bf10225846b3"/>
    <p:sldId xmlns:r="http://schemas.openxmlformats.org/officeDocument/2006/relationships" id="265" r:id="Rcef4d618f28b4b20"/>
    <p:sldId xmlns:r="http://schemas.openxmlformats.org/officeDocument/2006/relationships" id="266" r:id="R2c6ce29d4e4a4c2b"/>
    <p:sldId xmlns:r="http://schemas.openxmlformats.org/officeDocument/2006/relationships" id="267" r:id="R6112cfb40b4449e3"/>
    <p:sldId xmlns:r="http://schemas.openxmlformats.org/officeDocument/2006/relationships" id="268" r:id="R0c87691ae79c4d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bd01c80ed44f97" /><Relationship Type="http://schemas.openxmlformats.org/officeDocument/2006/relationships/slideMaster" Target="/ppt/slideMasters/slideMaster1.xml" Id="R7602bcf40dca4eaa" /><Relationship Type="http://schemas.openxmlformats.org/officeDocument/2006/relationships/notesMaster" Target="/ppt/notesMasters/notesMaster1.xml" Id="R0cb5ba1584ec432d" /><Relationship Type="http://schemas.openxmlformats.org/officeDocument/2006/relationships/presProps" Target="/ppt/presProps.xml" Id="Rcd900c26c27246f2" /><Relationship Type="http://schemas.openxmlformats.org/officeDocument/2006/relationships/tableStyles" Target="/ppt/tableStyles.xml" Id="R888a0cdfe66e402e" /><Relationship Type="http://schemas.openxmlformats.org/officeDocument/2006/relationships/slide" Target="/ppt/slides/slide1.xml" Id="Rd28f25a9c42a4ed4" /><Relationship Type="http://schemas.openxmlformats.org/officeDocument/2006/relationships/slide" Target="/ppt/slides/slide2.xml" Id="Rdea4fa09fb2345c1" /><Relationship Type="http://schemas.openxmlformats.org/officeDocument/2006/relationships/slide" Target="/ppt/slides/slide3.xml" Id="Rd1af23c744d14269" /><Relationship Type="http://schemas.openxmlformats.org/officeDocument/2006/relationships/slide" Target="/ppt/slides/slide4.xml" Id="Rf6731ba379e044db" /><Relationship Type="http://schemas.openxmlformats.org/officeDocument/2006/relationships/slide" Target="/ppt/slides/slide5.xml" Id="R7899234ad50c40c6" /><Relationship Type="http://schemas.openxmlformats.org/officeDocument/2006/relationships/slide" Target="/ppt/slides/slide6.xml" Id="Rd56f4ac51deb4e82" /><Relationship Type="http://schemas.openxmlformats.org/officeDocument/2006/relationships/slide" Target="/ppt/slides/slide7.xml" Id="R80e1b62cd1aa48eb" /><Relationship Type="http://schemas.openxmlformats.org/officeDocument/2006/relationships/slide" Target="/ppt/slides/slide8.xml" Id="R443db9bb4b8541e2" /><Relationship Type="http://schemas.openxmlformats.org/officeDocument/2006/relationships/slide" Target="/ppt/slides/slide9.xml" Id="R0f88bf10225846b3" /><Relationship Type="http://schemas.openxmlformats.org/officeDocument/2006/relationships/slide" Target="/ppt/slides/slide10.xml" Id="Rcef4d618f28b4b20" /><Relationship Type="http://schemas.openxmlformats.org/officeDocument/2006/relationships/slide" Target="/ppt/slides/slide11.xml" Id="R2c6ce29d4e4a4c2b" /><Relationship Type="http://schemas.openxmlformats.org/officeDocument/2006/relationships/slide" Target="/ppt/slides/slide12.xml" Id="R6112cfb40b4449e3" /><Relationship Type="http://schemas.openxmlformats.org/officeDocument/2006/relationships/slide" Target="/ppt/slides/slide13.xml" Id="R0c87691ae79c4d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6f36d4134e41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9c25bc8dc34635" /><Relationship Type="http://schemas.openxmlformats.org/officeDocument/2006/relationships/notesMaster" Target="/ppt/notesMasters/notesMaster1.xml" Id="Re7998f1aaf4a4b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21df70c09748c1" /><Relationship Type="http://schemas.openxmlformats.org/officeDocument/2006/relationships/notesMaster" Target="/ppt/notesMasters/notesMaster1.xml" Id="R6965d87874f846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c2e9c3bac84139" /><Relationship Type="http://schemas.openxmlformats.org/officeDocument/2006/relationships/notesMaster" Target="/ppt/notesMasters/notesMaster1.xml" Id="R44ebfac0a7ab4d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2af2d1e6f7415d" /><Relationship Type="http://schemas.openxmlformats.org/officeDocument/2006/relationships/notesMaster" Target="/ppt/notesMasters/notesMaster1.xml" Id="R15ccf0275bc742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bf897fed8c4593" /><Relationship Type="http://schemas.openxmlformats.org/officeDocument/2006/relationships/notesMaster" Target="/ppt/notesMasters/notesMaster1.xml" Id="Red850a522c8a42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b2efe00d3542d3" /><Relationship Type="http://schemas.openxmlformats.org/officeDocument/2006/relationships/notesMaster" Target="/ppt/notesMasters/notesMaster1.xml" Id="Re77bf9d899864e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141fbfddc34875" /><Relationship Type="http://schemas.openxmlformats.org/officeDocument/2006/relationships/notesMaster" Target="/ppt/notesMasters/notesMaster1.xml" Id="R443a83ee632a4c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adc76f69e24594" /><Relationship Type="http://schemas.openxmlformats.org/officeDocument/2006/relationships/notesMaster" Target="/ppt/notesMasters/notesMaster1.xml" Id="R7de08989643a4c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39d846cacc4949" /><Relationship Type="http://schemas.openxmlformats.org/officeDocument/2006/relationships/notesMaster" Target="/ppt/notesMasters/notesMaster1.xml" Id="Rdc1f1f8b60e147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9e889c0dc14ab8" /><Relationship Type="http://schemas.openxmlformats.org/officeDocument/2006/relationships/notesMaster" Target="/ppt/notesMasters/notesMaster1.xml" Id="Rc486897076fa494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4a0656c75d4569" /><Relationship Type="http://schemas.openxmlformats.org/officeDocument/2006/relationships/notesMaster" Target="/ppt/notesMasters/notesMaster1.xml" Id="Rc918cedb36c148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0790d306e694658" /><Relationship Type="http://schemas.openxmlformats.org/officeDocument/2006/relationships/notesMaster" Target="/ppt/notesMasters/notesMaster1.xml" Id="R5b5882013c804c2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99297228b0c4439" /><Relationship Type="http://schemas.openxmlformats.org/officeDocument/2006/relationships/notesMaster" Target="/ppt/notesMasters/notesMaster1.xml" Id="R5739bc10803248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course_sessions/07_spellcheckery_normalizatsiya_i_lingvisticheskie_instrumenty.md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Спелчекер - не второстепенный инструмент. Для языкового сообщества он может быть понятнее и полезнее, чем абстрактная ML-модель.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course_sessions/07_spellcheckery_normalizatsiya_i_lingvisticheskie_instrumenty.md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Нельзя автоматически считать все варианты ошибками. Для некоторых языков "норма" обсуждается или меняется. Инструмент должен быть настраиваемым и документированным.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course_sessions/07_spellcheckery_normalizatsiya_i_lingvisticheskie_instrumenty.md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курса реалистичен словарный или гибридный baseline: словарь + edit distance + правила. Нейросетевой подход требует больше данных и аккуратной оценки.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course_sessions/07_spellcheckery_normalizatsiya_i_lingvisticheskie_instrumenty.md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Даже частотный список из очищенного корпуса уже помогает. Но его нужно вручную проверить: веб-корпус может содержать ошибки, имена, русские или английские вставки.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course_sessions/07_spellcheckery_normalizatsiya_i_lingvisticheskie_instrumenty.md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важное различие. Нормализация может быть политически и культурно чувствительной. В курсе лучше говорить о вариантах и выбранной рабочей норме, а не о "правильном" языке без контекста.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course_sessions/07_spellcheckery_normalizatsiya_i_lingvisticheskie_instrumenty.md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Плохой спелчекер может навредить, если помечает правильные формы как ошибки. Для малоресурсных языков лучше осторожный инструмент с высоким precision.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course_sessions/07_spellcheckery_normalizatsiya_i_lingvisticheskie_instrumenty.md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Спелчекер должен использовать результаты всех предыдущих занятий: очищенный корпус, OCR-ошибки, ASR-ошибки, параллельные тексты и словари.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course_sessions/07_spellcheckery_normalizatsiya_i_lingvisticheskie_instrumenty.md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Даже простой прототип, который показывает неизвестные слова и предлагает кандидатов, уже полезен. Главное - не скрывать ограничения.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course_sessions/07_spellcheckery_normalizatsiya_i_lingvisticheskie_instrumenty.md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course_sessions/07_spellcheckery_normalizatsiya_i_lingvisticheskie_instrumenty.md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course_sessions/07_spellcheckery_normalizatsiya_i_lingvisticheskie_instrumenty.md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course_sessions/07_spellcheckery_normalizatsiya_i_lingvisticheskie_instrumenty.md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course_sessions/07_spellcheckery_normalizatsiya_i_lingvisticheskie_instrumenty.md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ccf94982de4d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45e029e50a47d8" /><Relationship Type="http://schemas.openxmlformats.org/officeDocument/2006/relationships/slideLayout" Target="/ppt/slideLayouts/slideLayout1.xml" Id="R5352184e46134d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52184e46134d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bfacc21f24653" /><Relationship Type="http://schemas.openxmlformats.org/officeDocument/2006/relationships/notesSlide" Target="/ppt/notesSlides/notesSlide1.xml" Id="Rbd87970cc48a4f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6bb93e74742f7" /><Relationship Type="http://schemas.openxmlformats.org/officeDocument/2006/relationships/notesSlide" Target="/ppt/notesSlides/notesSlide2.xml" Id="Rb606c2248e2644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ff094efcc4941" /><Relationship Type="http://schemas.openxmlformats.org/officeDocument/2006/relationships/notesSlide" Target="/ppt/notesSlides/notesSlide3.xml" Id="Rddb6c98ec8a84b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e666e067944c6" /><Relationship Type="http://schemas.openxmlformats.org/officeDocument/2006/relationships/notesSlide" Target="/ppt/notesSlides/notesSlide4.xml" Id="Rff07b8b6793746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39fb4dbca41a4" /><Relationship Type="http://schemas.openxmlformats.org/officeDocument/2006/relationships/notesSlide" Target="/ppt/notesSlides/notesSlide5.xml" Id="R6d988d90a04d41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f2c9518ca41b5" /><Relationship Type="http://schemas.openxmlformats.org/officeDocument/2006/relationships/notesSlide" Target="/ppt/notesSlides/notesSlide6.xml" Id="Rb6b0c178b06c46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a9061a81841f2" /><Relationship Type="http://schemas.openxmlformats.org/officeDocument/2006/relationships/notesSlide" Target="/ppt/notesSlides/notesSlide7.xml" Id="R090312bb4be34b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13d9418934820" /><Relationship Type="http://schemas.openxmlformats.org/officeDocument/2006/relationships/notesSlide" Target="/ppt/notesSlides/notesSlide8.xml" Id="R624a54bbe08b40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5d5ba4cf14830" /><Relationship Type="http://schemas.openxmlformats.org/officeDocument/2006/relationships/notesSlide" Target="/ppt/notesSlides/notesSlide9.xml" Id="R9617532087b142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839b07a004a49" /><Relationship Type="http://schemas.openxmlformats.org/officeDocument/2006/relationships/notesSlide" Target="/ppt/notesSlides/notesSlide10.xml" Id="R4a03feec6fcc47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c358c2ea540e9" /><Relationship Type="http://schemas.openxmlformats.org/officeDocument/2006/relationships/notesSlide" Target="/ppt/notesSlides/notesSlide11.xml" Id="R8cf7951b760144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1d8c6bc8a41ab" /><Relationship Type="http://schemas.openxmlformats.org/officeDocument/2006/relationships/notesSlide" Target="/ppt/notesSlides/notesSlide12.xml" Id="R6d04db41b9c7499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6ea9b2f354732" /><Relationship Type="http://schemas.openxmlformats.org/officeDocument/2006/relationships/notesSlide" Target="/ppt/notesSlides/notesSlide13.xml" Id="Rcbea70ce170f46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1CF0E-436E-4AD8-B443-40A3796D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176B8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A59CB-E29B-42D3-821E-9F56F7FB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6B87"/>
                </a:solidFill>
              </a:defRPr>
            </a:pPr>
            <a:r>
              <a:rPr sz="1350" b="1">
                <a:solidFill>
                  <a:srgbClr val="176B87"/>
                </a:solidFill>
              </a:rPr>
              <a:t>Курс по ML для малоресурсных языков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5785B-FDB7-4FB0-906E-24131A0C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9429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D2433"/>
                </a:solidFill>
              </a:defRPr>
            </a:pPr>
            <a:r>
              <a:rPr sz="3750" b="1">
                <a:solidFill>
                  <a:srgbClr val="1D2433"/>
                </a:solidFill>
              </a:rPr>
              <a:t>Занятие 7. Спелчекеры, нормализация и лингвистические инструменты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269CB-5226-4DA9-BD70-49D203E5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4748B"/>
                </a:solidFill>
              </a:defRPr>
            </a:pPr>
            <a:r>
              <a:rPr sz="1650">
                <a:solidFill>
                  <a:srgbClr val="64748B"/>
                </a:solidFill>
              </a:rPr>
              <a:t>Занятие добавляет компонент, который часто нужен сообществам напрямую: проверка орфографии, нормализация, словари и простые инструменты письма. Итог - прототип спелчекера или нормализатора.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283D6F-094D-49A3-A37D-81DE97B7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D2433"/>
                </a:solidFill>
              </a:defRPr>
            </a:pPr>
            <a:r>
              <a:rPr sz="1500">
                <a:solidFill>
                  <a:srgbClr val="1D2433"/>
                </a:solidFill>
              </a:rPr>
              <a:t>Лекция, семинар, домашнее задание и заметки докладчика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1CEA86-E956-40C6-AD28-9EC9D594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C53F7-716E-48C1-9D1E-B4D34215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1/13</a:t>
            </a:r>
          </a:p>
        </p:txBody>
      </p:sp>
    </p:spTree>
    <p:extLst>
      <p:ext uri="{BB962C8B-B14F-4D97-AF65-F5344CB8AC3E}">
        <p14:creationId xmlns:p14="http://schemas.microsoft.com/office/powerpoint/2010/main" val="3921802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810D2E-4AE1-4CA0-A1F3-6CCDAC87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74758-DDDA-4BE3-95BE-5932C6FB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Почему спелчекер важен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F3DB4-9129-42E6-82E7-D969B326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2F7B5-3215-4122-8A36-FEB0AB0A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Поддержка письма и образования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69C7C-EF18-4E0C-BEBC-3D928E66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A921B-D6A2-4A51-B531-1A1B1581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Улучшение OCR и ASR-постобработки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48155-7E96-4250-AD30-D33E9B86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CD515-6247-4D70-B5BB-E1B03BA6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Нормализация корпуса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EA8CF1-F2E2-44A8-8558-6EB4EB6F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D95C5-06F9-458A-9C59-7390A181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Обнаружение ошибок в данных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74EAC7-EE3B-405F-BDD7-917271F4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F71339-6F65-4741-8DF9-E00FDEB1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1268D-442A-422F-944E-79438438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2/13</a:t>
            </a:r>
          </a:p>
        </p:txBody>
      </p:sp>
    </p:spTree>
    <p:extLst>
      <p:ext uri="{BB962C8B-B14F-4D97-AF65-F5344CB8AC3E}">
        <p14:creationId xmlns:p14="http://schemas.microsoft.com/office/powerpoint/2010/main" val="13180620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7B0D74-B6A8-4DF4-AD4E-8AD1006F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7ED1B-1813-4485-BB2E-9B6938FB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Типы орфографической вариативности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5CB9B-4425-4335-8AC3-09952A34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52D19-1E32-4E91-89FC-209F5FFA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Ошибки набора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DE419-058D-4B14-AA02-1DA89E78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DD76B-01DC-4464-949A-78C1FA9C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Варианты орфографии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B35D8-7A96-4E49-A27F-6C57217B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7EE902-6041-4E86-8D9D-49A2CC32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Диалектные различия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7418B5-FFF4-44B1-B666-CFBDB336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6B9AEF-EF3B-4785-9735-08F60527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Заимствования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FF09CD-C0D8-49D2-AA16-F57E2296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4C5F03-F675-40D6-A636-B74C8A31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Нестабильная письменная норма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D60F6F-A0A0-45D2-8B21-E2B2488C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46CB1C-C0BC-4979-B3E2-903B0635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Ошибки OCR и ASR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7C6D35-9FA7-4669-AC6D-A4595B17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4CCEDB-4627-4D85-98DC-D6D7A639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45FA01-801D-4002-9645-5D2E8255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3/13</a:t>
            </a:r>
          </a:p>
        </p:txBody>
      </p:sp>
    </p:spTree>
    <p:extLst>
      <p:ext uri="{BB962C8B-B14F-4D97-AF65-F5344CB8AC3E}">
        <p14:creationId xmlns:p14="http://schemas.microsoft.com/office/powerpoint/2010/main" val="3655049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D198C2-F7D8-4278-9CD1-6F3E9E36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CE041-41CC-45A1-95CD-5A258221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Подходы к спелчекеру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BA688-544E-4EBF-B6AD-64DB39A8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BBB6C-8EDC-4B5F-894E-885D9303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Словарный: Hunspell-стиль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D489E-E5F0-4DF2-A3B1-3C916E41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982E5-37B0-4AD1-9F68-0D3DBB04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Правила и морфология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6ACC6-86CF-4C9C-A216-0C90806C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BB1C8-5839-42D8-AB0A-51DEDFEA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Edit distance и кандидаты исправлений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C17A65-955B-4638-8480-C718BF50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F08BD2-A773-464A-8CF5-05A4924D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Нейросетевой seq2seq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4049C9-42F8-4E44-87C4-4AAEF211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FC7C23-06EE-4950-9C4F-CF265393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LLM как ассистент проверки, не как источник нормы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2F4AC7-5697-4231-8179-7A175EAF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32AAEA-FE95-4751-AA24-BA2FA04F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4E14E6-49BF-4C6F-98EF-18FA4BE8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4/13</a:t>
            </a:r>
          </a:p>
        </p:txBody>
      </p:sp>
    </p:spTree>
    <p:extLst>
      <p:ext uri="{BB962C8B-B14F-4D97-AF65-F5344CB8AC3E}">
        <p14:creationId xmlns:p14="http://schemas.microsoft.com/office/powerpoint/2010/main" val="17026266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7782F0-1BBD-4CCD-9913-15820583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C539E-6AA5-4C82-B967-6E3B2D2D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Что нужно для словарного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24524-8574-47D1-8F6B-35716C81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F7DBA-7294-473D-B182-F46DFE2B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Список словоформ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5D2BE-B0A8-4E15-B049-951C908B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D8BA7-BAF6-4EA9-988B-D3F92919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Частотность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C963D-6D59-4520-92AF-C548AA3D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004A97-870D-494D-9EBC-36D59BF7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Разметка допустимых вариантов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284D1-5FA2-4154-A8DE-47FB3FF0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09C60-AA89-408B-BC0A-3843BD78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Правила аффиксов, если есть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3A05C-96CE-47D1-8E63-65CFC9BB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374BDE-FAFF-4259-B3CE-AE5FE5AA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Набор тестовых предложений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EFC968-9F3B-4876-80BA-C190ABE0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5E2CBE-E4F9-45BA-8E1C-C6124FC2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6C0E07-56E4-43AA-B198-5657BE50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5/13</a:t>
            </a:r>
          </a:p>
        </p:txBody>
      </p:sp>
    </p:spTree>
    <p:extLst>
      <p:ext uri="{BB962C8B-B14F-4D97-AF65-F5344CB8AC3E}">
        <p14:creationId xmlns:p14="http://schemas.microsoft.com/office/powerpoint/2010/main" val="3895326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295CC8-9D9A-4A1F-9934-19F27AF4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87A136-E40F-4F53-8D8B-86ED8D6D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Нормализация vs исправление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868F8B-3837-4CB2-ABD0-F6B14CEC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D9584-A3ED-453B-B521-843FE85C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Исправление: ошибка -&gt; правильная форма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B6DC4-4A63-4536-97DB-F1EDB88A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BC920-2F08-4101-A869-4449D2D5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Нормализация: вариант -&gt; выбранный стандарт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E07A1D-0B27-430D-A56D-986AD2B3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7128D-594D-49AB-8AC8-03C9AF3F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Транслитерация: письменность A -&gt; письменность 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F0839C-87E8-4A51-89F3-B0B719BF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24A1D-79FE-4C38-8E49-16C94790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Все преобразования должны быть явно размечены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AB3F4A-BFAB-48E9-880F-E71ECA48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67E80F-9D45-44A0-A6C9-9F4E3B1D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B23CB8-B212-4A52-B4B5-52DDDE80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6/13</a:t>
            </a:r>
          </a:p>
        </p:txBody>
      </p:sp>
    </p:spTree>
    <p:extLst>
      <p:ext uri="{BB962C8B-B14F-4D97-AF65-F5344CB8AC3E}">
        <p14:creationId xmlns:p14="http://schemas.microsoft.com/office/powerpoint/2010/main" val="5573231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E84294-F1FC-4814-8199-A112C961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8F6876-A1D3-4A01-BA4E-6C791837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Оценка спелчекера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708843-E1F9-4054-9413-F6FCA128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5F156-8463-48D0-9255-7C3B44E1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Precision: сколько предложенных исправлений верны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AB23F-6E8B-4CDF-B265-C65AD88A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3E193-6E87-42F5-8ED1-DED887BC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Recall: сколько ошибок найдено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5D1F5-B108-4772-B489-FE1FEEC9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3ED10-C123-41BD-9DEA-43E039C5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False positives особенно опасны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0945C3-24AB-4F52-A131-3268367C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F39CCD-EC53-4FE6-AA27-A93754DF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Отдельно оценивать редкие и диалектные формы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408694-3993-4827-98E2-7439FFE8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ED92E3-8060-46DB-B2B1-8B97C118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7C6867-05E3-481C-8378-FEC0FBF9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7/13</a:t>
            </a:r>
          </a:p>
        </p:txBody>
      </p:sp>
    </p:spTree>
    <p:extLst>
      <p:ext uri="{BB962C8B-B14F-4D97-AF65-F5344CB8AC3E}">
        <p14:creationId xmlns:p14="http://schemas.microsoft.com/office/powerpoint/2010/main" val="14808524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F7CD22-B6A6-4E92-81B4-97A10443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99C56-0CB3-4B2E-87F4-02FD1093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Интеграция с другими треками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07C06-B57F-4724-8759-3383AF71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F8F985-ACFA-4BEA-97BA-F0FA9628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OCR: исправление частых распознавательных ошибок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67F66-F4EC-4EB1-BC04-8DCE3201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6E120-8E89-4154-AEEA-56225814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ASR: нормализация транскриптов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0388F-4987-4FB4-A3BD-EF89F684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F7785-911E-42D3-92B8-2EB8298F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MT: терминология и словари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7991B4-69DC-4808-B9D6-819F1357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7EA242-E0F8-4987-9CDE-8853F375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Корпус: контроль качества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A50A11-A4F6-4B4B-863B-8D67DB9B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129744-B5E8-44E1-AC97-1F5C93B8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C14138-8101-4C86-AE1E-E7F41E39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8/13</a:t>
            </a:r>
          </a:p>
        </p:txBody>
      </p:sp>
    </p:spTree>
    <p:extLst>
      <p:ext uri="{BB962C8B-B14F-4D97-AF65-F5344CB8AC3E}">
        <p14:creationId xmlns:p14="http://schemas.microsoft.com/office/powerpoint/2010/main" val="6171434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58BBE2-FEC6-4589-92E5-69BA4315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AEF1EF-2AAD-4530-9F0C-D906E91A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Артефакт занятия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66D55-FCC3-4439-BF09-B44DD9D7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28A98-D6FB-4810-B007-D72C5EDC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wordlist.tsv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2B57C-1DB4-4CD8-B8BB-9102BD13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0FE81-BE24-4FE4-AAED-3B7A2CAB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accepted_variants.tsv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2B165-B3DC-45D1-A83E-9463CDBB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582BC9-EFF3-4CE0-BD43-7E7A98C8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spellchecker_rules.md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F7FD83-FF19-4493-99EE-7BD5A64D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566EA5-B510-4FCF-80AC-1028B0C4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spellchecker_demo.py или notebook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46AD5-FFC8-4BE3-89DA-C35C3F7C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D313C-F812-4864-8214-40729E92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spellchecker_eval.md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394D95-53A6-4C9C-B5C4-8F758E57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418AB9-3A82-4F35-86F0-F2130F9E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C8451B-CAD7-473C-BF36-EFDB0871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9/13</a:t>
            </a:r>
          </a:p>
        </p:txBody>
      </p:sp>
    </p:spTree>
    <p:extLst>
      <p:ext uri="{BB962C8B-B14F-4D97-AF65-F5344CB8AC3E}">
        <p14:creationId xmlns:p14="http://schemas.microsoft.com/office/powerpoint/2010/main" val="15622472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F97E37-6C2B-4A9C-B251-FBED189E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СЕМИНАР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7E289-329F-4186-89C4-3B605460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Практика 1. Частотный словарь, 20 минут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84A44-0CC2-4AB4-839D-6663D299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65B36-432D-4E68-B6A0-8520071C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Команды строят wordlist.tsv: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373CB-A5E0-40E4-9135-F001856B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18AD3-37DD-446D-8AE5-4DF1A968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word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0682D3-B3B7-47CB-9C23-0B368AB4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37C0A-427A-44F0-A5EB-C8A80691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count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68D238-6A1D-4772-8F66-219AFFE1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D97151-483D-4A05-9E93-E2FB04F3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source_count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01F47-5CF7-4FBC-A208-62976517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FA41B8-2792-4BAE-B538-0208BA95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status: accepted / unsure / reject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B0C1D-E358-484F-932B-2FC11BEF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9A187D-DF9A-4F24-8007-D4774208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notes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66500C-EEB5-4701-960C-C9BBE17A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D1EE08-D294-4CDC-8340-25EA913D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2283FA-8006-4BE7-9482-5ACBB4CC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10/13</a:t>
            </a:r>
          </a:p>
        </p:txBody>
      </p:sp>
    </p:spTree>
    <p:extLst>
      <p:ext uri="{BB962C8B-B14F-4D97-AF65-F5344CB8AC3E}">
        <p14:creationId xmlns:p14="http://schemas.microsoft.com/office/powerpoint/2010/main" val="19114598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3285A1-A352-42B1-8781-AB10865D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СЕМИНАР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28933-B176-4526-91BF-04B59142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Практика 2. Ошибки и варианты, 20 минут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26FC28-07B7-4056-B1E6-7FAAD96D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3C903-98AB-4E77-840D-C6E0A507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Команды собирают 30 примеров: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409638-4091-4A28-A760-5291DBDE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32723-CF2B-4049-8338-E0A9AFAF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OCR-ошибка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E39C3-AF4D-4344-8EC0-61B4E6A7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C23908-A343-448C-AD6B-CAA45ED0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ASR-ошибка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21522A-BB22-4FB1-ABEE-F4C30707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296FA8-D81A-44E2-AD75-74AA08B3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опечатка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93F62A-01FB-4DAC-A9F4-0C69DEA1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AC38DA-9FEF-4531-A00E-9DAD61F5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орфографический вариант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72EC60-7E01-4B85-A11B-42FD3D7A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114CD0-79D4-4447-87A1-C14F30FB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заимствование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D7173A-E9B1-4770-8E11-8081693F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72061E-5768-4328-BC37-5F8C1F22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808D5E-4717-458E-A575-88A672E5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11/13</a:t>
            </a:r>
          </a:p>
        </p:txBody>
      </p:sp>
    </p:spTree>
    <p:extLst>
      <p:ext uri="{BB962C8B-B14F-4D97-AF65-F5344CB8AC3E}">
        <p14:creationId xmlns:p14="http://schemas.microsoft.com/office/powerpoint/2010/main" val="16816395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71395F-2F40-48FE-A8C5-C5090525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СЕМИНАР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CD1EC-265F-435C-883C-D5F89D87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Практика 3. Baseline-спелчекер, 30 минут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3C4F2-8399-4087-909B-C8C5B1B4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D2D5B-DFA7-48DD-9BEB-73C26A1D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Минимальная логика: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ACEF8-ACE0-4164-B3A8-D1B8B20C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0C6BD4-F14D-4D98-80B5-D40F11B4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если слова нет в словаре, отметить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63FDEF-0F44-4500-8C68-F24328B8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533FB-2BF5-434C-8902-0B016323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предложить кандидатов по edit distance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D5FE03-A786-4690-A443-ED79068C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BACFBE-D848-421B-8731-34A7C042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не исправлять автоматически без подтверждения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50A4DF-D581-4367-A7C3-DDC2EE60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EA324E-5803-404C-A099-270FB7A2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сохранять лог решений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745A65-E368-401B-BF3A-2FA28BE7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2C97BC-12A6-4489-ADB3-2F67CB09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C35131-8B69-49BB-ACBA-A356381A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12/13</a:t>
            </a:r>
          </a:p>
        </p:txBody>
      </p:sp>
    </p:spTree>
    <p:extLst>
      <p:ext uri="{BB962C8B-B14F-4D97-AF65-F5344CB8AC3E}">
        <p14:creationId xmlns:p14="http://schemas.microsoft.com/office/powerpoint/2010/main" val="8830344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EDECD4-4313-4F5E-BE20-78CFF22C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СЕМИНАР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29EA0C-D14F-4FCD-A421-EE70C90A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Практика 4. Оценка, 20 минут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64046-E3D2-4381-B514-39E4968F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25FAC-9B01-40E2-A20D-68D0A62A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Команды проверяют 20 предложений: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BE557-D038-44B3-8AA4-ED3B7A79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74517-7C00-4815-8198-4773EB38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сколько ошибок найдено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097A5-95A2-4E6E-8477-D47B25E7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2CC665-90A8-40D6-8E84-B27C4948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сколько правильных слов ошибочно помечено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9E5B2D-08BA-4D96-B0EA-ACF4FA62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A09BA2-BC7D-4342-AF00-D6D37B3A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какие правила опасны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0C8900-F2FB-4F64-8F79-01E2DA3A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19FBF3-CEE6-43A5-A8F8-F5E90912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что нужно спросить у носителей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2EFFE-F453-409A-ACA9-1D54E53E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592327-4506-443B-A0CA-5716DFB4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Промпт для агента: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202A8C-6B17-4201-9B4C-80C93D3A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A8BA7F-3A98-4080-9E9F-A0F18E22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На основе списка слов, частот и примеров ошибок предложи осторожную схему спелчекера.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43559B-A98A-4625-A178-4ED4933F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8903B0-7A02-43DA-91CF-1BEE5D3E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01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Отдельно выпиши правила, которые нельзя применять автоматически.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3EDB87-3C43-418A-A0D1-CB9E3E92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63754D-BE52-401F-9E2A-88158FAA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66BDCF-6523-4DA6-9688-5BAFD381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13/13</a:t>
            </a:r>
          </a:p>
        </p:txBody>
      </p:sp>
    </p:spTree>
    <p:extLst>
      <p:ext uri="{BB962C8B-B14F-4D97-AF65-F5344CB8AC3E}">
        <p14:creationId xmlns:p14="http://schemas.microsoft.com/office/powerpoint/2010/main" val="3063955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2026-08-17T15:32:37.8490000Z</dcterms:created>
  <dcterms:modified xsi:type="dcterms:W3CDTF">2026-08-17T15:32:37.8490000Z</dcterms:modified>
</coreProperties>
</file>