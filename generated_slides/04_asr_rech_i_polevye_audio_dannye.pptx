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2c888bd01948e1" /><Relationship Type="http://schemas.openxmlformats.org/officeDocument/2006/relationships/extended-properties" Target="/docProps/app.xml" Id="R37e48853e2784ef1" /><Relationship Type="http://schemas.openxmlformats.org/officeDocument/2006/relationships/officeDocument" Target="/ppt/presentation.xml" Id="R8cc148c00dab49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51cc81051a4a4c"/>
  </p:sldMasterIdLst>
  <p:notesMasterIdLst>
    <p:notesMasterId xmlns:r="http://schemas.openxmlformats.org/officeDocument/2006/relationships" r:id="R67a71a40f2604667"/>
  </p:notesMasterIdLst>
  <p:sldIdLst>
    <p:sldId xmlns:r="http://schemas.openxmlformats.org/officeDocument/2006/relationships" id="256" r:id="R2395fde1c0b54e01"/>
    <p:sldId xmlns:r="http://schemas.openxmlformats.org/officeDocument/2006/relationships" id="257" r:id="Rb94fa39bcaad4191"/>
    <p:sldId xmlns:r="http://schemas.openxmlformats.org/officeDocument/2006/relationships" id="258" r:id="R176f7a5985784712"/>
    <p:sldId xmlns:r="http://schemas.openxmlformats.org/officeDocument/2006/relationships" id="259" r:id="R18af384c168b4b1e"/>
    <p:sldId xmlns:r="http://schemas.openxmlformats.org/officeDocument/2006/relationships" id="260" r:id="R48338b90f2f44eac"/>
    <p:sldId xmlns:r="http://schemas.openxmlformats.org/officeDocument/2006/relationships" id="261" r:id="R362d52ad3430428d"/>
    <p:sldId xmlns:r="http://schemas.openxmlformats.org/officeDocument/2006/relationships" id="262" r:id="R0cd73ede31d74c85"/>
    <p:sldId xmlns:r="http://schemas.openxmlformats.org/officeDocument/2006/relationships" id="263" r:id="R6ce7cc26b84e436c"/>
    <p:sldId xmlns:r="http://schemas.openxmlformats.org/officeDocument/2006/relationships" id="264" r:id="R6e0d1889469d4391"/>
    <p:sldId xmlns:r="http://schemas.openxmlformats.org/officeDocument/2006/relationships" id="265" r:id="R1a102a80e16446dc"/>
    <p:sldId xmlns:r="http://schemas.openxmlformats.org/officeDocument/2006/relationships" id="266" r:id="R86acf4efbe1a4fbb"/>
    <p:sldId xmlns:r="http://schemas.openxmlformats.org/officeDocument/2006/relationships" id="267" r:id="R123b51975452425a"/>
    <p:sldId xmlns:r="http://schemas.openxmlformats.org/officeDocument/2006/relationships" id="268" r:id="R8134189c2a9b4c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b43fe0a55041d8" /><Relationship Type="http://schemas.openxmlformats.org/officeDocument/2006/relationships/slideMaster" Target="/ppt/slideMasters/slideMaster1.xml" Id="R7351cc81051a4a4c" /><Relationship Type="http://schemas.openxmlformats.org/officeDocument/2006/relationships/notesMaster" Target="/ppt/notesMasters/notesMaster1.xml" Id="R67a71a40f2604667" /><Relationship Type="http://schemas.openxmlformats.org/officeDocument/2006/relationships/presProps" Target="/ppt/presProps.xml" Id="R49f246c6985443db" /><Relationship Type="http://schemas.openxmlformats.org/officeDocument/2006/relationships/tableStyles" Target="/ppt/tableStyles.xml" Id="Rb40c4c1d3c30459d" /><Relationship Type="http://schemas.openxmlformats.org/officeDocument/2006/relationships/slide" Target="/ppt/slides/slide1.xml" Id="R2395fde1c0b54e01" /><Relationship Type="http://schemas.openxmlformats.org/officeDocument/2006/relationships/slide" Target="/ppt/slides/slide2.xml" Id="Rb94fa39bcaad4191" /><Relationship Type="http://schemas.openxmlformats.org/officeDocument/2006/relationships/slide" Target="/ppt/slides/slide3.xml" Id="R176f7a5985784712" /><Relationship Type="http://schemas.openxmlformats.org/officeDocument/2006/relationships/slide" Target="/ppt/slides/slide4.xml" Id="R18af384c168b4b1e" /><Relationship Type="http://schemas.openxmlformats.org/officeDocument/2006/relationships/slide" Target="/ppt/slides/slide5.xml" Id="R48338b90f2f44eac" /><Relationship Type="http://schemas.openxmlformats.org/officeDocument/2006/relationships/slide" Target="/ppt/slides/slide6.xml" Id="R362d52ad3430428d" /><Relationship Type="http://schemas.openxmlformats.org/officeDocument/2006/relationships/slide" Target="/ppt/slides/slide7.xml" Id="R0cd73ede31d74c85" /><Relationship Type="http://schemas.openxmlformats.org/officeDocument/2006/relationships/slide" Target="/ppt/slides/slide8.xml" Id="R6ce7cc26b84e436c" /><Relationship Type="http://schemas.openxmlformats.org/officeDocument/2006/relationships/slide" Target="/ppt/slides/slide9.xml" Id="R6e0d1889469d4391" /><Relationship Type="http://schemas.openxmlformats.org/officeDocument/2006/relationships/slide" Target="/ppt/slides/slide10.xml" Id="R1a102a80e16446dc" /><Relationship Type="http://schemas.openxmlformats.org/officeDocument/2006/relationships/slide" Target="/ppt/slides/slide11.xml" Id="R86acf4efbe1a4fbb" /><Relationship Type="http://schemas.openxmlformats.org/officeDocument/2006/relationships/slide" Target="/ppt/slides/slide12.xml" Id="R123b51975452425a" /><Relationship Type="http://schemas.openxmlformats.org/officeDocument/2006/relationships/slide" Target="/ppt/slides/slide13.xml" Id="R8134189c2a9b4c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d5a755d65045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e78c722d234974" /><Relationship Type="http://schemas.openxmlformats.org/officeDocument/2006/relationships/notesMaster" Target="/ppt/notesMasters/notesMaster1.xml" Id="R12ec786397c646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b8c58829845b9" /><Relationship Type="http://schemas.openxmlformats.org/officeDocument/2006/relationships/notesMaster" Target="/ppt/notesMasters/notesMaster1.xml" Id="Rd69b3395693945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8e4f73ee3a4442" /><Relationship Type="http://schemas.openxmlformats.org/officeDocument/2006/relationships/notesMaster" Target="/ppt/notesMasters/notesMaster1.xml" Id="Rddd55a9f853a4b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82787d51a94bab" /><Relationship Type="http://schemas.openxmlformats.org/officeDocument/2006/relationships/notesMaster" Target="/ppt/notesMasters/notesMaster1.xml" Id="Rc54dd947203b4d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32530f42c443b1" /><Relationship Type="http://schemas.openxmlformats.org/officeDocument/2006/relationships/notesMaster" Target="/ppt/notesMasters/notesMaster1.xml" Id="R683c06bfc89048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e8af6aa9c04451" /><Relationship Type="http://schemas.openxmlformats.org/officeDocument/2006/relationships/notesMaster" Target="/ppt/notesMasters/notesMaster1.xml" Id="Re32f12e68f034a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53d5d3b46b42c5" /><Relationship Type="http://schemas.openxmlformats.org/officeDocument/2006/relationships/notesMaster" Target="/ppt/notesMasters/notesMaster1.xml" Id="R4198dbc8d2fe4a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08f6a695564d67" /><Relationship Type="http://schemas.openxmlformats.org/officeDocument/2006/relationships/notesMaster" Target="/ppt/notesMasters/notesMaster1.xml" Id="R02df25780d64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24cb5046ad49be" /><Relationship Type="http://schemas.openxmlformats.org/officeDocument/2006/relationships/notesMaster" Target="/ppt/notesMasters/notesMaster1.xml" Id="Rd64505485bf749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ab560fe4b94227" /><Relationship Type="http://schemas.openxmlformats.org/officeDocument/2006/relationships/notesMaster" Target="/ppt/notesMasters/notesMaster1.xml" Id="R130c2112407f4f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6150213f0849a8" /><Relationship Type="http://schemas.openxmlformats.org/officeDocument/2006/relationships/notesMaster" Target="/ppt/notesMasters/notesMaster1.xml" Id="Rc894bc75aa0c4a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a5381b12934971" /><Relationship Type="http://schemas.openxmlformats.org/officeDocument/2006/relationships/notesMaster" Target="/ppt/notesMasters/notesMaster1.xml" Id="R87d24ede2e194e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8c0bc17c1540fa" /><Relationship Type="http://schemas.openxmlformats.org/officeDocument/2006/relationships/notesMaster" Target="/ppt/notesMasters/notesMaster1.xml" Id="Rdbef8342fa6b42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ряда языков письменные данные ограничены или нестабильны, а носители могут охотнее говорить, чем писать. Поэтому ASR - ключевой компонент лаборатории.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ASR не начинается с модели. Сначала нужен протокол записи и транскрипции. Даже маленький, но чистый набор может быть полезнее большого неразмеченного архива.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курса достаточно сравнить готовую модель с ручной транскрипцией и понять типы ошибок. Если данных достаточно, можно сделать небольшую донастройку. Но главное - не выдавать постобработанный текст за точную транскрипцию.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Летняя школа должна иметь простой, повторяемый протокол. Хороший аудиофайл без метаданных быстро теряет исследовательскую ценность.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ASR важно различать, что именно предсказывает модель. Если модель учится на нормализованной орфографии, она не восстановит фонетические особенности. Если нужен корпус для лингвистики, может понадобиться более точная транскрипция.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языков с нестабильным словоразделом CER может быть информативнее WER. Для образовательного применения могут быть критичны ошибки в диакритике или морфемах.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Агент может ускорить техническую работу, но не должен автоматически "исправлять" язык без проверки. Особенно опасны случаи, когда LLM заменяет редкую форму на более ожидаемую.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Даже если модель не дообучена, полезный артефакт - это протокол записи, небольшой проверенный набор и честная оценка готового ASR.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course_sessions/04_asr_rech_i_polevye_audio_dannye.md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b1b095b9d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de5c8eda744636" /><Relationship Type="http://schemas.openxmlformats.org/officeDocument/2006/relationships/slideLayout" Target="/ppt/slideLayouts/slideLayout1.xml" Id="Rf1e20f71cccc4c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20f71cccc4c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b63952b8a4e12" /><Relationship Type="http://schemas.openxmlformats.org/officeDocument/2006/relationships/notesSlide" Target="/ppt/notesSlides/notesSlide1.xml" Id="R455f80203d2842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5ab4a916f44fd" /><Relationship Type="http://schemas.openxmlformats.org/officeDocument/2006/relationships/notesSlide" Target="/ppt/notesSlides/notesSlide2.xml" Id="Rb2fcd93bb47541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ba0660db648bf" /><Relationship Type="http://schemas.openxmlformats.org/officeDocument/2006/relationships/notesSlide" Target="/ppt/notesSlides/notesSlide3.xml" Id="R377760c6ffee4b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a5486e63c4c1d" /><Relationship Type="http://schemas.openxmlformats.org/officeDocument/2006/relationships/notesSlide" Target="/ppt/notesSlides/notesSlide4.xml" Id="R20fd73288c834f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d167a598145d6" /><Relationship Type="http://schemas.openxmlformats.org/officeDocument/2006/relationships/notesSlide" Target="/ppt/notesSlides/notesSlide5.xml" Id="Re4b0ce9b7f4441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46ce421fb453f" /><Relationship Type="http://schemas.openxmlformats.org/officeDocument/2006/relationships/notesSlide" Target="/ppt/notesSlides/notesSlide6.xml" Id="R62ca30015c494c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61c1efc8a4fcf" /><Relationship Type="http://schemas.openxmlformats.org/officeDocument/2006/relationships/notesSlide" Target="/ppt/notesSlides/notesSlide7.xml" Id="Ra2b788b10c214f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ea51474804027" /><Relationship Type="http://schemas.openxmlformats.org/officeDocument/2006/relationships/notesSlide" Target="/ppt/notesSlides/notesSlide8.xml" Id="Ra7286d84f42243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d4c8a24aa44f3" /><Relationship Type="http://schemas.openxmlformats.org/officeDocument/2006/relationships/notesSlide" Target="/ppt/notesSlides/notesSlide9.xml" Id="Rae5a3396c83744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4c8bc362b40c3" /><Relationship Type="http://schemas.openxmlformats.org/officeDocument/2006/relationships/notesSlide" Target="/ppt/notesSlides/notesSlide10.xml" Id="Rc27f10b11c264a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63f5d91ab461c" /><Relationship Type="http://schemas.openxmlformats.org/officeDocument/2006/relationships/notesSlide" Target="/ppt/notesSlides/notesSlide11.xml" Id="Ra772b564647745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ad2e871424b58" /><Relationship Type="http://schemas.openxmlformats.org/officeDocument/2006/relationships/notesSlide" Target="/ppt/notesSlides/notesSlide12.xml" Id="Rc83e2900e9654c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ebe4a8ae44d4d" /><Relationship Type="http://schemas.openxmlformats.org/officeDocument/2006/relationships/notesSlide" Target="/ppt/notesSlides/notesSlide13.xml" Id="R898479c52d95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022BF-D69A-4456-801C-E7A64181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18227-4804-4351-8EB9-87D19285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Курс по ML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4D01C-9C11-4944-91C1-FC5F9499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2433"/>
                </a:solidFill>
              </a:defRPr>
            </a:pPr>
            <a:r>
              <a:rPr sz="3750" b="1">
                <a:solidFill>
                  <a:srgbClr val="1D2433"/>
                </a:solidFill>
              </a:rPr>
              <a:t>Занятие 4. ASR, речь и полевые аудиоданные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15BE0-AE5C-4662-ACD8-7D453597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Занятие посвящено автоматическому распознаванию речи и созданию минимального речевого датасета. Итог - протокол записи, первичная транскрипция и baseline-ASR или оценка готовой модели.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5504F-DE56-43D6-ADE5-ABEFD69C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433"/>
                </a:solidFill>
              </a:defRPr>
            </a:pPr>
            <a:r>
              <a:rPr sz="1500">
                <a:solidFill>
                  <a:srgbClr val="1D2433"/>
                </a:solidFill>
              </a:rPr>
              <a:t>Лекция, семинар, домашнее задание и заметки докладчика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CEC45-C2A6-439C-B216-8751309B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46D00-B7D1-4D31-A83E-03BCAAC2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185514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CB29A-DAA1-460E-8CA2-A4050115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BDE6A-39DF-475E-8EDD-F4CDE58F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Почему речь важна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D2FAD-5E4B-40CC-B2C5-D642CD3A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D2155-E06A-4D3D-8AB1-124BC800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Многие малоресурсные языки лучше представлены в устной форме, чем в письменной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C172B-0081-4385-BA36-478F6546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FC55C-CF5D-44D0-A6CB-7D5F37A3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ASR ускоряет транскрипцию и создание корпусов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0E66E-228E-4C83-B4D3-33074D14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4C350-A3EF-45AD-91EB-E04DB7FB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Речевые данные важны для документации, образования и доступности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8AEA9-EC10-4C3D-956A-CA6579CE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B8383-9CBA-4EA9-946E-2C47A172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A5282-3E0A-4060-8642-08232327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1347597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BCD0D-B51B-48FC-BE6E-08DBE7CA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37082-D0EF-42C4-92AF-6BEA205F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Что нужно для ASR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0787B-96D7-40C3-9D0F-EF76E84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E6544-A044-4567-A80D-285E6650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Аудио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CF732-F307-4EFD-80FB-5227E11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BE78F-662A-4B4E-A92B-DF2960C3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Точная транскрипция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08343-89C4-41CE-A9E2-32CD65EE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2CE38-223D-4A4C-A199-656B4291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Метаданные говорящего и записи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EF224-1245-4F10-AE2D-7B9254E1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90C50-2733-4A6B-8EFD-06C50FA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Train/dev/test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3A223-8724-4DEC-B10C-519081BE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119BA-0C08-48C4-A97B-1777DA9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Метрика WER или 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65EC7-E5EE-4B49-A856-EE03E90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2D54B-9A9B-46B6-98E0-40C4C8F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A24B7-22FA-4A32-9997-05DA3EF4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1355786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9926C-0A47-4755-9EF0-3133975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7B4BC-8837-4514-AB5B-A3E4C307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Современные baseline-подходы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3B30C-2506-4C44-9086-22DE56A7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2A80C-4F01-4D16-A303-41E836EF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Готовые multilingual ASR-модели как старт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6D311-E361-4A71-8319-D178AEFF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96CB2-66DF-4063-B18C-3CEFBC3E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Донастройка на малом корпусе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7AB0C-9992-4847-9010-C881D03A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C97EF-B67B-4E98-B08C-822A02B9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Forced alignment для уже расшифрованных аудио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70147-9BC5-478E-AB57-9433225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4309E-219D-4462-8BBB-173928AC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LLM-постобработка только с контролем исходной транскрипции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12F7B-4D52-4AA5-85B2-6EF16DF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18B61-9D7D-4570-AFC7-04241364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EB99D-4994-4886-8AC7-4881A13D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757781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F154C-2373-434E-BFE5-DB36262B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06A1E-892C-494A-88AA-B51539E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Полевой протокол записи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92FD4-0B99-4CEB-A121-1CD89DFD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8946E-D14A-4F18-AF90-ADE9FE6A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Согласие говорящего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383F4-681C-4613-87B2-0F6B8439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A2562-9262-42B6-BF2F-6DDD38AE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Устройство и формат записи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9E4BC-3BBE-458B-9259-658EBFEB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04C04-3934-4610-8C34-067EC2E0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Шум, расстояние, микрофон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C146F-B5DF-44CC-807F-B833F3A2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54F35-A3D1-4EB5-92E8-DDFEC6A5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Сценарий: слова, предложения, свободная речь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94C6F-98BA-420E-935F-7F6842EF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AA238-E64B-47C2-9BFD-FF27856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Метаданные: язык, диалект, жанр, дата, условия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7E141-2305-46CE-B1F1-EDE16303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048D9-C632-4BF2-889A-812699C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6919D-274A-4C92-8779-45E368E4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586996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1B4D6-A133-4547-B267-3C71D2C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9DF9E-6ABD-4CF3-8066-A7C99ABE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Транскрипция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AA497-57F7-4D6E-AC58-6407B2EA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F276B-5C7F-4BD8-8B30-4B70E64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Оригинальная речь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33526-4EC4-457B-930D-0C0C5985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99698-FFE6-4755-958C-23A74BFE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Нормализованная орфография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67A82-72E2-427F-B4F3-816EADB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5A20E-98CD-4CFF-B095-078B3302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Перевод или глосса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1CCA5-E30B-46D0-A9E9-FEE26F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2B252-4A70-47F9-9CC6-6F5D4349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Временные метки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8A1E0-8021-4D04-9D71-40090155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7C5D8-1BE6-4DDF-B11D-DD26FE2D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 смешивать уровни в одном поле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0202A-5C69-44A1-9287-A980160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C4236-F505-434F-8916-64A0E17F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4DA54-DCD2-4E97-8E81-38F6B963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652444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E8928-E15D-441D-BE8B-983C116D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AA63F-3497-4694-89A7-184D615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Оценка ASR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6726F-5E39-423A-9374-109453E3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BDBA6-9D66-4E94-9ADB-63F2ABD1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WER для слов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EDC4F-20B3-45B5-9DBC-2D2A6763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12168-24B4-46BF-B199-24D466FC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CER для символов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83983-7C2B-47CB-A01E-548D991D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760F9-8664-49A6-A74B-C2ADD5A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Отдельно считать имена, заимствования, диакритику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063A4-BEF5-444B-82D8-D18ED66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0851B-513D-4267-B574-5E109A8E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Анализ ошибок важнее одной цифры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7DB3C-BA5D-48F4-8355-67884A7A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6F898-12F3-4C0A-9B9E-373DD71C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0C713-3857-4856-9667-4FE80622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570912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43298-8FF4-4AAC-9CD2-A44687B6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C1384-3749-421E-8E08-348FB2A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Агент в ASR-пайплайне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7F24A-2659-46E7-A646-0E8BB4B9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6871A-4C85-4BF5-9B8E-95E1F88E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Создает таблицу метаданных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E41AE-CCC8-4955-A786-05FA8243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8CD8E-EE37-4418-8F1F-ACA105F8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Нарезает аудио по сегментам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8F016-0439-4A38-AE0F-3FC797BD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F1505-7D52-4363-B93F-A5DDD47A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Сравнивает гипотезу и ground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FF35E-2496-4FC7-BA93-D82C3D87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DD3F0-28FD-4BA6-A170-7ED844EB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Группирует ошибки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83207-DEC9-4CE8-A47C-9313D623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E02BE-8EFC-4033-AB97-F94EABF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Готовит model 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6C75B-EE18-4082-93A6-9F4CCE4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8CFBE-CB9D-4648-9B22-A5C929F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67D5D-EFED-4CB7-B5C3-1808BD3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784008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D97A0-FD40-4045-9E22-114C58D6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8F8F9-762C-4161-848B-F8BD84B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Артефакт ASR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E81EE-D0D4-4DFE-9929-969B38C2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7E519-91B8-4733-9B31-377E2E3F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audio_metadata.csv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4EEAA-3BFE-4C3B-8EF7-7A131E45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022DA-E204-4510-82B9-4735E2CA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segments/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4F784-B0A1-4AC3-8D08-9B3478BD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DCDDA-EE26-457F-8331-B9EFBE7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transcripts.tsv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0B838-1FB9-4DAD-BC82-FA141FA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9F0FC-C48C-4564-88AB-01CE963A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asr_predictions.tsv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F9208-39F4-4EB5-9620-840CB5D9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40838-BCA2-45E8-ADA7-0501244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asr_error_analysis.md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3754F-DE38-4833-850A-D3E219AE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DF705-7FD8-4E5D-9F15-3983D34E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67116-CBC9-4D98-8FC2-6424DEF4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112239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7FD77-5CD8-476E-BB55-7BAB017A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815B5-5CF8-404A-9F25-7F383AE7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1. Протокол записи,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DFC4B-8150-4494-AFDB-AA171428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AA97C-BAC7-4F87-85E0-7C066F7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Команды проектируют форму согласия и метаданные: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C5E99-1C5B-483C-8A98-B3250BC5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31156-A000-4553-B36A-E535C27E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speaker_id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BA1CA-6C05-4AB0-A436-134359FE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4D68F-7392-4A3F-B0F7-9ECA283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63D28-6CBC-4B83-A41C-7D19AE3A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750E5-B180-418B-9FE3-7268F02B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dialect_or_variety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4D6AB-91AF-4684-8495-2DF4A348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A85E2-BFDE-40E4-81DF-EB5A58CE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genre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F2A23-6094-4A19-9458-073B564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28189-4DEE-4B2B-8BBB-648CA773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2373C-29D4-4FC7-9713-C583F3C5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81785-807F-46EC-AA59-201EEE72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F85B5-87A8-40A5-8B37-A5A08BC2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5AF00-E7AA-434A-A1A0-785926C8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consent_status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A95B3-20B1-4E4E-9CD4-E54763B7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DF5B5-1836-421A-9791-B97ECF2C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818C1-5D5C-46BA-9327-B0F7262E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3663182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03355-2416-45B4-A951-1AC67B1C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A67C3-3A1E-4A4F-B5FF-85FBF7D7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2. Мини-набор аудио,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190FB-AE70-432E-B1C6-63289E17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6F281-FBD9-40A8-A961-1EFF6359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используют принесенное аудио или записывают тестовые фразы. Минимум: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4C190-B69C-4C4F-A15C-2F7B2DCD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053B0-96F5-4963-A575-CBC36D83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3-5 коротких файлов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10414-878F-400D-B41A-21693BAE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80165-8CC6-4C23-AC40-97A74138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1-2 минуты суммарно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A6C48-B484-47A2-899F-668D31A2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BF484-E25F-4934-89F5-52365060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понятные метаданные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05637-B76F-421E-AF0E-328A759D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6B065-2378-40FF-A3A6-5CE3687C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3AC43-923A-432D-927F-3B1FF573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16495871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927F7-5EC7-4657-95F8-428B315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57A43-ECF3-421D-B027-FC271BDE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3. ASR baseline, 25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CDE0C-5862-4E0D-A07B-823C1C95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0E270-DF40-4ED9-9DD4-6C3C4B02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получают автоматическую транскрипцию готовой моделью или через доступный сервис. Результат сохраняетс...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7F47A-334C-454D-8C8E-6FD36CF7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26DA2-D827-4C45-98EB-B4541F06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90F37-713D-49EE-A3A3-2DFD0DDC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8594121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92737-1018-4E91-98A3-80CC001B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2B451-50A2-4A2D-92E4-1C476ED2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4. Анализ ошибок, 25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8AAE5-0C51-44C4-9E16-963EFF6A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731EA-C993-4D40-8085-7E762A77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Команды сравнивают автоматический результат с ручной транскрипцией: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F808B-95BB-48DF-9257-1BED3FAE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4F00E-3724-4C16-A729-76947784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пропуски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37C35-29D8-4222-B611-1B3CD31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73BD6-3464-4BCA-A6B9-12F33346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замены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DABDB-1FA1-4E36-8D36-B8506DE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55DDD-FAA7-4BBF-94E1-8323BC0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заимствования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09E4D-0486-430D-B952-9DDF98C7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3077B-2748-4BC0-A8CA-A8FDD89F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ошибки диакритики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4DDE5-2F56-444F-9982-A06D9BD5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1FDD7-8B71-4605-BC6E-13F8523A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смешение с доминирующим языком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7B741-2595-45E6-86B6-D35E2A5D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BF7D0-1C24-43E8-9DDC-3A7A537F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Промпт для агента: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BBD5A-59F9-4153-A838-9CBDD95D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A7B15-B92E-4713-B68A-8D573296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Сравни ASR-гипотезу с эталонной транскрипцией.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E4CB3-E736-4012-B125-E21E7780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84184-EE00-4BC2-9E1C-BA1F4C7F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8DEE4-376B-4B5E-9D90-A1E0CC6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13/13</a:t>
            </a:r>
          </a:p>
        </p:txBody>
      </p:sp>
    </p:spTree>
    <p:extLst>
      <p:ext uri="{BB962C8B-B14F-4D97-AF65-F5344CB8AC3E}">
        <p14:creationId xmlns:p14="http://schemas.microsoft.com/office/powerpoint/2010/main" val="1665920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2026-08-17T15:32:37.2800000Z</dcterms:created>
  <dcterms:modified xsi:type="dcterms:W3CDTF">2026-08-17T15:32:37.2800000Z</dcterms:modified>
</coreProperties>
</file>