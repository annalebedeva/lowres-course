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718cefef2e4a3e" /><Relationship Type="http://schemas.openxmlformats.org/officeDocument/2006/relationships/extended-properties" Target="/docProps/app.xml" Id="R4567417b326543ae" /><Relationship Type="http://schemas.openxmlformats.org/officeDocument/2006/relationships/officeDocument" Target="/ppt/presentation.xml" Id="Rd34cd9f05a934a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9f32f7b1844a84"/>
  </p:sldMasterIdLst>
  <p:notesMasterIdLst>
    <p:notesMasterId xmlns:r="http://schemas.openxmlformats.org/officeDocument/2006/relationships" r:id="R0759e99993074bb1"/>
  </p:notesMasterIdLst>
  <p:sldIdLst>
    <p:sldId xmlns:r="http://schemas.openxmlformats.org/officeDocument/2006/relationships" id="256" r:id="R16c702f9fcff4479"/>
    <p:sldId xmlns:r="http://schemas.openxmlformats.org/officeDocument/2006/relationships" id="257" r:id="R04250b46cf1f4433"/>
    <p:sldId xmlns:r="http://schemas.openxmlformats.org/officeDocument/2006/relationships" id="258" r:id="R5fcb98c8acd94443"/>
    <p:sldId xmlns:r="http://schemas.openxmlformats.org/officeDocument/2006/relationships" id="259" r:id="Re085bdd9dc2c40dd"/>
    <p:sldId xmlns:r="http://schemas.openxmlformats.org/officeDocument/2006/relationships" id="260" r:id="Rbc9ac4aa1bfd494c"/>
    <p:sldId xmlns:r="http://schemas.openxmlformats.org/officeDocument/2006/relationships" id="261" r:id="Rf60fdeaa00e44aa6"/>
    <p:sldId xmlns:r="http://schemas.openxmlformats.org/officeDocument/2006/relationships" id="262" r:id="R0b89915c33fe48d5"/>
    <p:sldId xmlns:r="http://schemas.openxmlformats.org/officeDocument/2006/relationships" id="263" r:id="Rfaf705a400bd4ec4"/>
    <p:sldId xmlns:r="http://schemas.openxmlformats.org/officeDocument/2006/relationships" id="264" r:id="Rb6d950472e92433d"/>
    <p:sldId xmlns:r="http://schemas.openxmlformats.org/officeDocument/2006/relationships" id="265" r:id="R24c8208ae0aa4ae2"/>
    <p:sldId xmlns:r="http://schemas.openxmlformats.org/officeDocument/2006/relationships" id="266" r:id="Ra399d7aed8654a3b"/>
    <p:sldId xmlns:r="http://schemas.openxmlformats.org/officeDocument/2006/relationships" id="267" r:id="Ra74ef56f91794a35"/>
    <p:sldId xmlns:r="http://schemas.openxmlformats.org/officeDocument/2006/relationships" id="268" r:id="R479183471d3443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395a0153b344c1" /><Relationship Type="http://schemas.openxmlformats.org/officeDocument/2006/relationships/slideMaster" Target="/ppt/slideMasters/slideMaster1.xml" Id="R149f32f7b1844a84" /><Relationship Type="http://schemas.openxmlformats.org/officeDocument/2006/relationships/notesMaster" Target="/ppt/notesMasters/notesMaster1.xml" Id="R0759e99993074bb1" /><Relationship Type="http://schemas.openxmlformats.org/officeDocument/2006/relationships/presProps" Target="/ppt/presProps.xml" Id="Rc7e24bd3a5524e0d" /><Relationship Type="http://schemas.openxmlformats.org/officeDocument/2006/relationships/tableStyles" Target="/ppt/tableStyles.xml" Id="Rb0a283287eb94b73" /><Relationship Type="http://schemas.openxmlformats.org/officeDocument/2006/relationships/slide" Target="/ppt/slides/slide1.xml" Id="R16c702f9fcff4479" /><Relationship Type="http://schemas.openxmlformats.org/officeDocument/2006/relationships/slide" Target="/ppt/slides/slide2.xml" Id="R04250b46cf1f4433" /><Relationship Type="http://schemas.openxmlformats.org/officeDocument/2006/relationships/slide" Target="/ppt/slides/slide3.xml" Id="R5fcb98c8acd94443" /><Relationship Type="http://schemas.openxmlformats.org/officeDocument/2006/relationships/slide" Target="/ppt/slides/slide4.xml" Id="Re085bdd9dc2c40dd" /><Relationship Type="http://schemas.openxmlformats.org/officeDocument/2006/relationships/slide" Target="/ppt/slides/slide5.xml" Id="Rbc9ac4aa1bfd494c" /><Relationship Type="http://schemas.openxmlformats.org/officeDocument/2006/relationships/slide" Target="/ppt/slides/slide6.xml" Id="Rf60fdeaa00e44aa6" /><Relationship Type="http://schemas.openxmlformats.org/officeDocument/2006/relationships/slide" Target="/ppt/slides/slide7.xml" Id="R0b89915c33fe48d5" /><Relationship Type="http://schemas.openxmlformats.org/officeDocument/2006/relationships/slide" Target="/ppt/slides/slide8.xml" Id="Rfaf705a400bd4ec4" /><Relationship Type="http://schemas.openxmlformats.org/officeDocument/2006/relationships/slide" Target="/ppt/slides/slide9.xml" Id="Rb6d950472e92433d" /><Relationship Type="http://schemas.openxmlformats.org/officeDocument/2006/relationships/slide" Target="/ppt/slides/slide10.xml" Id="R24c8208ae0aa4ae2" /><Relationship Type="http://schemas.openxmlformats.org/officeDocument/2006/relationships/slide" Target="/ppt/slides/slide11.xml" Id="Ra399d7aed8654a3b" /><Relationship Type="http://schemas.openxmlformats.org/officeDocument/2006/relationships/slide" Target="/ppt/slides/slide12.xml" Id="Ra74ef56f91794a35" /><Relationship Type="http://schemas.openxmlformats.org/officeDocument/2006/relationships/slide" Target="/ppt/slides/slide13.xml" Id="R479183471d3443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c880d2b80d48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51c77888d149c9" /><Relationship Type="http://schemas.openxmlformats.org/officeDocument/2006/relationships/notesMaster" Target="/ppt/notesMasters/notesMaster1.xml" Id="R3021416ea8f44c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b9cb3e556b47ea" /><Relationship Type="http://schemas.openxmlformats.org/officeDocument/2006/relationships/notesMaster" Target="/ppt/notesMasters/notesMaster1.xml" Id="R8fde827b367d41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dc81fd496342f2" /><Relationship Type="http://schemas.openxmlformats.org/officeDocument/2006/relationships/notesMaster" Target="/ppt/notesMasters/notesMaster1.xml" Id="R3f08dc93c11247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f8d002c1e8427c" /><Relationship Type="http://schemas.openxmlformats.org/officeDocument/2006/relationships/notesMaster" Target="/ppt/notesMasters/notesMaster1.xml" Id="R191b55fff0d94b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553e4cac874589" /><Relationship Type="http://schemas.openxmlformats.org/officeDocument/2006/relationships/notesMaster" Target="/ppt/notesMasters/notesMaster1.xml" Id="R14a31fd8f6d14a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4f5872251a42ff" /><Relationship Type="http://schemas.openxmlformats.org/officeDocument/2006/relationships/notesMaster" Target="/ppt/notesMasters/notesMaster1.xml" Id="R39cbc86cf20c42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95d2d28fc94f95" /><Relationship Type="http://schemas.openxmlformats.org/officeDocument/2006/relationships/notesMaster" Target="/ppt/notesMasters/notesMaster1.xml" Id="R7d92cedc78e049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0665e5bd0f4051" /><Relationship Type="http://schemas.openxmlformats.org/officeDocument/2006/relationships/notesMaster" Target="/ppt/notesMasters/notesMaster1.xml" Id="R11c0be2c1afd45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819708cf2649f5" /><Relationship Type="http://schemas.openxmlformats.org/officeDocument/2006/relationships/notesMaster" Target="/ppt/notesMasters/notesMaster1.xml" Id="R3e8df87944e34c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b9644f54a34bc9" /><Relationship Type="http://schemas.openxmlformats.org/officeDocument/2006/relationships/notesMaster" Target="/ppt/notesMasters/notesMaster1.xml" Id="R87dd57b82dd5446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47183e8948a4a4f" /><Relationship Type="http://schemas.openxmlformats.org/officeDocument/2006/relationships/notesMaster" Target="/ppt/notesMasters/notesMaster1.xml" Id="R54791633417e436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0a12c4bdeb455e" /><Relationship Type="http://schemas.openxmlformats.org/officeDocument/2006/relationships/notesMaster" Target="/ppt/notesMasters/notesMaster1.xml" Id="R3ecb3c4990bc480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9744a31c9574de3" /><Relationship Type="http://schemas.openxmlformats.org/officeDocument/2006/relationships/notesMaster" Target="/ppt/notesMasters/notesMaster1.xml" Id="Rf0bd46d6061143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course_sessions/08_finalnaya_integratsiya_artifakty_i_plan_letney_shkoly.md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Результаты могут быть разными по технической сложности. Важнее, чтобы они были честно описаны, воспроизводимы и пригодны для следующего этапа.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course_sessions/08_finalnaya_integratsiya_artifakty_i_plan_letney_shkoly.md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Если команда не успела обучить модель, это не провал. Качественный датасет и сильный план сбора могут быть ценнее слабой модели без документации.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course_sessions/08_finalnaya_integratsiya_artifakty_i_plan_letney_shkoly.md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ASR, OCR, перевода и спелчекера model card должен прямо указывать, на каких данных модель проверялась и где она не должна применяться.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course_sessions/08_finalnaya_integratsiya_artifakty_i_plan_letney_shkoly.md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Сильный отчет не скрывает слабости. Для малоресурсных языков честный анализ ошибок часто важнее красивой общей метрики.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course_sessions/08_finalnaya_integratsiya_artifakty_i_plan_letney_shkoly.md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Курс должен показать, что отдельные компоненты не изолированы. OCR и ASR дают тексты, тексты помогают спелчекеру, параллельные данные помогают переводу, все вместе готовит летнюю школу.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course_sessions/08_finalnaya_integratsiya_artifakty_i_plan_letney_shkoly.md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Агент хорошо работает как reviewer. Он может найти несоответствия: README обещает модель, но файла нет; data card не содержит лицензии; evaluation report не указывает test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course_sessions/08_finalnaya_integratsiya_artifakty_i_plan_letney_shkoly.md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Летняя школа должна строиться на выводах курса. Нужно понять, какие гипотезы подтвердились, где данных не хватает, какие команды готовы вести станции: ASR, OCR, перевод, спелчекер, корпус.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course_sessions/08_finalnaya_integratsiya_artifakty_i_plan_letney_shkoly.md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Финальная защита должна быть короткой и предметной. Не надо продавать результат как завершенное решение, если это прототип. Важно показать, что команда понимает качество и следующий шаг.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course_sessions/08_finalnaya_integratsiya_artifakty_i_plan_letney_shkoly.md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course_sessions/08_finalnaya_integratsiya_artifakty_i_plan_letney_shkoly.md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course_sessions/08_finalnaya_integratsiya_artifakty_i_plan_letney_shkoly.md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course_sessions/08_finalnaya_integratsiya_artifakty_i_plan_letney_shkoly.md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course_sessions/08_finalnaya_integratsiya_artifakty_i_plan_letney_shkoly.md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9897a79e994e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c2ac55884a477c" /><Relationship Type="http://schemas.openxmlformats.org/officeDocument/2006/relationships/slideLayout" Target="/ppt/slideLayouts/slideLayout1.xml" Id="Rf7da9e7efdc643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da9e7efdc643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bbb7e66644c42" /><Relationship Type="http://schemas.openxmlformats.org/officeDocument/2006/relationships/notesSlide" Target="/ppt/notesSlides/notesSlide1.xml" Id="Rb38f0a0cc36f4b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a7d8ae94949f8" /><Relationship Type="http://schemas.openxmlformats.org/officeDocument/2006/relationships/notesSlide" Target="/ppt/notesSlides/notesSlide2.xml" Id="Ra0c4e99c279e4f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757cb4a194341" /><Relationship Type="http://schemas.openxmlformats.org/officeDocument/2006/relationships/notesSlide" Target="/ppt/notesSlides/notesSlide3.xml" Id="R4ecd661403ed4e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b6fe8c4f84239" /><Relationship Type="http://schemas.openxmlformats.org/officeDocument/2006/relationships/notesSlide" Target="/ppt/notesSlides/notesSlide4.xml" Id="Ref49d899ce8445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a3cc8313141ad" /><Relationship Type="http://schemas.openxmlformats.org/officeDocument/2006/relationships/notesSlide" Target="/ppt/notesSlides/notesSlide5.xml" Id="R2b41a9bca1e24a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4ff90265f41ad" /><Relationship Type="http://schemas.openxmlformats.org/officeDocument/2006/relationships/notesSlide" Target="/ppt/notesSlides/notesSlide6.xml" Id="Re7bfc110ba5c46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858ac6f6d439b" /><Relationship Type="http://schemas.openxmlformats.org/officeDocument/2006/relationships/notesSlide" Target="/ppt/notesSlides/notesSlide7.xml" Id="R4e638f53990447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820456ac440d3" /><Relationship Type="http://schemas.openxmlformats.org/officeDocument/2006/relationships/notesSlide" Target="/ppt/notesSlides/notesSlide8.xml" Id="R9e6f5ac784d146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50c5325e64c8e" /><Relationship Type="http://schemas.openxmlformats.org/officeDocument/2006/relationships/notesSlide" Target="/ppt/notesSlides/notesSlide9.xml" Id="Rc11553f918d540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9bac38ddc41c0" /><Relationship Type="http://schemas.openxmlformats.org/officeDocument/2006/relationships/notesSlide" Target="/ppt/notesSlides/notesSlide10.xml" Id="Rcd46f220d3c349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49c7cab724946" /><Relationship Type="http://schemas.openxmlformats.org/officeDocument/2006/relationships/notesSlide" Target="/ppt/notesSlides/notesSlide11.xml" Id="R20272aff49e541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385fd57f74ea5" /><Relationship Type="http://schemas.openxmlformats.org/officeDocument/2006/relationships/notesSlide" Target="/ppt/notesSlides/notesSlide12.xml" Id="Rf00523ae4e194fc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fec296f7d4ee9" /><Relationship Type="http://schemas.openxmlformats.org/officeDocument/2006/relationships/notesSlide" Target="/ppt/notesSlides/notesSlide13.xml" Id="Rcb172adda49c49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1EC8A-EB42-4DA8-BD76-C9C13CDD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176B8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510E8-C904-47A2-A60A-546543BF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6B87"/>
                </a:solidFill>
              </a:defRPr>
            </a:pPr>
            <a:r>
              <a:rPr sz="1350" b="1">
                <a:solidFill>
                  <a:srgbClr val="176B87"/>
                </a:solidFill>
              </a:rPr>
              <a:t>Курс по ML для малоресурсных языков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E6CDF-C60C-489D-B568-155B5A8D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9429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D2433"/>
                </a:solidFill>
              </a:defRPr>
            </a:pPr>
            <a:r>
              <a:rPr sz="3750" b="1">
                <a:solidFill>
                  <a:srgbClr val="1D2433"/>
                </a:solidFill>
              </a:rPr>
              <a:t>Занятие 8. Финальная интеграция, артефакты и план летней школы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56D1F-04BF-47B6-ABA6-33122BD0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4748B"/>
                </a:solidFill>
              </a:defRPr>
            </a:pPr>
            <a:r>
              <a:rPr sz="1650">
                <a:solidFill>
                  <a:srgbClr val="64748B"/>
                </a:solidFill>
              </a:rPr>
              <a:t>Последнее занятие собирает результаты в понятные артефакты: датасеты, модели, пайплайны, отчеты и план летней школы. Главный результат - не презентация ради презентации, а проверяемый пакет работы.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54D27-8FE5-457D-96E5-F0A23592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D2433"/>
                </a:solidFill>
              </a:defRPr>
            </a:pPr>
            <a:r>
              <a:rPr sz="1500">
                <a:solidFill>
                  <a:srgbClr val="1D2433"/>
                </a:solidFill>
              </a:rPr>
              <a:t>Лекция, семинар, домашнее задание и заметки докладчика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619EE-D756-4D3A-AB79-5E6EDF95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DD4660-C407-4DEF-B493-27BF2DCF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1/13</a:t>
            </a:r>
          </a:p>
        </p:txBody>
      </p:sp>
    </p:spTree>
    <p:extLst>
      <p:ext uri="{BB962C8B-B14F-4D97-AF65-F5344CB8AC3E}">
        <p14:creationId xmlns:p14="http://schemas.microsoft.com/office/powerpoint/2010/main" val="5290156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32EBF3-7B19-46DA-BB85-478C85BF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75883-773D-41B9-993A-F93C4A18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Что считается результатом курса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B9AEB-41E4-4DDD-B580-EF60C58B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FBFE1-9F13-4DA4-9953-BDB3DB3A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Датасет с data card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D10A3-2009-4144-B9DA-DBFC55C8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99DDDC-3777-4800-9EF5-9E4D4130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Модель с model card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7E9AD-9A53-4508-92DE-926724AC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33DAA0-9B89-45E9-8D55-72316506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Пайплайн с инструкцией запуска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E66534-2C03-423A-A889-6D366382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BB07CE-C7A2-4C90-992F-5722EDFA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Демо для сообщества или преподавателей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46117A-C3A4-406F-AA14-A590C698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D23944-60F7-4B52-9217-D371EA77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План полевого сбора для летней школы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971370-CD48-4223-9AF8-3238D931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470C34-7D14-4F74-BD40-0500A17F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E13CE9-6A23-49AD-8680-20DAC600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2/13</a:t>
            </a:r>
          </a:p>
        </p:txBody>
      </p:sp>
    </p:spTree>
    <p:extLst>
      <p:ext uri="{BB962C8B-B14F-4D97-AF65-F5344CB8AC3E}">
        <p14:creationId xmlns:p14="http://schemas.microsoft.com/office/powerpoint/2010/main" val="20528122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95CC8F-C806-44DD-9BBF-2857FE55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2A5F5-3049-4581-BD2D-C8576F48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Минимальный финальный пакет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9BECF-6652-49BB-A6DF-6BF4A65B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B4150-8D7D-4301-BF90-72D051F3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README.md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6AF04-3E82-484E-8FAD-BF30D534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E562C-1BA0-4485-950B-9998A137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DATA_CARD.md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E9C679-B810-4290-B6F0-3D62F1C1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4DEA0A-476D-428D-B53A-32CB87FF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MODEL_CARD.md, если есть модель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5A9BE-0A87-47B4-915D-07AD8879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F53421-539F-4821-9D4B-270A2603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pipeline.md или notebook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47ADFD-60C1-4EAD-9431-D55881CA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D471AF-43E8-439F-A9D7-4260DC2C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eval_report.md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09052-F218-4596-B88C-43BBE539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56545A-4684-4BEB-9662-D1EE5578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summer_school_plan.md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7D2807-7B53-4EDC-9C57-82AEB92B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A2D454-105D-4E4A-B4A8-D26FA3B4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06108F-93C0-4A8D-A1AB-E84CD913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3/13</a:t>
            </a:r>
          </a:p>
        </p:txBody>
      </p:sp>
    </p:spTree>
    <p:extLst>
      <p:ext uri="{BB962C8B-B14F-4D97-AF65-F5344CB8AC3E}">
        <p14:creationId xmlns:p14="http://schemas.microsoft.com/office/powerpoint/2010/main" val="12224006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E7FF56-E93D-42B3-ADDA-F8A12B31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2E512-E057-471E-81D8-A8B31320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Model card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BCC5B-5597-4C68-9B9E-698AC9DD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FE8F9-88AE-49B3-A2D2-F360A432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Назначение модели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15807-1692-408C-BFC6-F5B5EFFD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860DC-839A-4DE5-8534-F51C7B3C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Данные обучения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EFCE0-2F9C-4BC2-BDD5-8F8E2D11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AE3E0-91A3-4FC7-8C52-0E3B0FA8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Метрики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78487-8F1B-4435-A8B7-8946BA86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1BA84F-B903-4780-8116-A3857C6F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Ограничения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04AA35-6849-449D-A9B2-708CA682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47B9AA-D38C-4E27-9A80-4B58B468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Известные ошибки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91250A-4DAF-4CD3-8DCA-5FC3BC1E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8D4C0D-AF0B-4702-8AB1-B3819759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Нерекомендованное использование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9C9537-FBB7-4E8E-945D-D78DD4A8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2F728C-4459-49F2-8609-14AFDE99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Контакт и версия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5CA94C-8249-40C3-96C5-770D5A8A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237454-701B-480C-916C-26480DDF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5A92C4-EA33-4CE2-A4B8-2C4B6765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4/13</a:t>
            </a:r>
          </a:p>
        </p:txBody>
      </p:sp>
    </p:spTree>
    <p:extLst>
      <p:ext uri="{BB962C8B-B14F-4D97-AF65-F5344CB8AC3E}">
        <p14:creationId xmlns:p14="http://schemas.microsoft.com/office/powerpoint/2010/main" val="3318280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46CCE3-6499-496C-9DEA-F5A35FF1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83B4F-7495-463E-B416-4F50227F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Evaluation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5627CB-CE38-41CF-8CB2-731F40A6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83EE6B-E7C9-4B60-B43F-60CC1742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Что измеряли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81871-5280-4E77-B5C4-58668552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F3FD0-E2E3-4214-9C34-CDD6137E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На каком тесте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A704F-3C8E-44D0-9EB5-B69965DB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26330-D35A-4822-BDE3-8EBDD472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Какие метрики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3656A4-2333-4FD8-BC62-9DC0BC70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1819A-C0C6-4972-9322-D72F2F01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Примеры ошибок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C1B6C3-22E3-4DD8-843B-6E83F4A4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31123-8F7F-43B6-90E6-4169CC9A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Что нужно улучшить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D30B1-7489-4100-A978-FF49CCDE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470788-D374-4030-B41F-F3164565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Что нельзя утверждать по этим данным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A1A22A-167D-45A7-A6FD-36F4D470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0B90D9-0F3E-4C12-8D52-34635AB8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8F3D12-548F-42B6-BF45-5D44A526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5/13</a:t>
            </a:r>
          </a:p>
        </p:txBody>
      </p:sp>
    </p:spTree>
    <p:extLst>
      <p:ext uri="{BB962C8B-B14F-4D97-AF65-F5344CB8AC3E}">
        <p14:creationId xmlns:p14="http://schemas.microsoft.com/office/powerpoint/2010/main" val="13844608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CEAF17-2F69-4BE9-92B3-F49BE478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C1510-0B30-4A54-984D-3AD2BDF5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Интеграция пайплайнов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CD71A-4F0D-4156-AFAF-B58AF407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93E3A-3102-43D7-8037-EEAB3D52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Web corpus -&gt; cleaning -&gt; spellchecker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E6C12-936B-4136-B66A-1C2EE548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70051-98AF-402B-B8B6-E2819BA7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OCR -&gt; correction -&gt; text corpus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51959-5E67-42E7-B032-B1023814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E72B28-A884-4E9E-8FED-FFE7658B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ASR -&gt; transcript -&gt; text corpus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F1052-8EBD-41DC-A9A1-78FF8D08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977C3-D1E5-442C-B2A3-5C5C3F57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Parallel alignment -&gt; MT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2C3FD6-4D72-4456-8CA9-D379CAC8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CB4E0A-CDDB-4522-9991-E63374A3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Все артефакты связаны метаданными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41067C-6E7F-4226-BBF4-A07751C8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AB3791-52BE-48B9-BD54-2D680520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805425-4C73-4ACE-9A4C-D2B64689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6/13</a:t>
            </a:r>
          </a:p>
        </p:txBody>
      </p:sp>
    </p:spTree>
    <p:extLst>
      <p:ext uri="{BB962C8B-B14F-4D97-AF65-F5344CB8AC3E}">
        <p14:creationId xmlns:p14="http://schemas.microsoft.com/office/powerpoint/2010/main" val="1036568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EC705C-822A-4E64-9528-DFB2C4FD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78A60-D0FF-4A4D-8BB6-FF5BC244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Агентная проверка финального пакета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826EA-6FE7-4099-A0A3-05713AA5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942E8B-0DE2-491E-9FBB-5D313BBD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Проверить структуру файлов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DD485-3C8B-4508-9DD7-499DD01E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4C322-D4EE-4D3E-A0C1-FFF4ABF9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Найти недостающие метаданные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05B25-E8C3-4318-8A27-AFCE8FAF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889A0A-F5E1-41BF-9C90-CAA0D48D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Сравнить README с реальным содержимым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E4E20-5199-4A31-9DC0-1E75BE65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1A07E8-D4BA-4636-9E44-F6D6ABDA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Сформировать список рисков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12ED69-5D81-441F-A916-8DF1214E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C21955-F2AF-41D5-B16B-B9B5E1C8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Подготовить чек-лист публикации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7230B2-F6A7-4FAE-AAE1-3480F054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BB6D6-70E3-4E05-B53C-534A424F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344B4D-0417-4AA7-8BC1-79C2EA5B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7/13</a:t>
            </a:r>
          </a:p>
        </p:txBody>
      </p:sp>
    </p:spTree>
    <p:extLst>
      <p:ext uri="{BB962C8B-B14F-4D97-AF65-F5344CB8AC3E}">
        <p14:creationId xmlns:p14="http://schemas.microsoft.com/office/powerpoint/2010/main" val="4363982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2D6564-EEEB-4632-8CBE-2479C0B6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34B1D-053F-4785-A74A-E79B583F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План летней школы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0435D7-3EA2-44A6-8313-6B784DA4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DB3A1-A813-47EF-8BBD-E68B280F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Регион и языки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A32A9-5E78-40AC-ABC1-E6A3724D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DD08C-061D-459B-9F65-F0137090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Партнеры и контакты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A7394-4213-4218-804F-67ADED5D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01AC7C-8FDA-4523-BE6B-BC93B1C0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Какие данные собираем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306F6D-2B25-449C-ACB3-E701984E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988238-48E7-4EF2-AC26-FC332719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Оборудование и роли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F3D7C7-2FB9-4D1E-9919-79FDD9A8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D9E860-40E5-45B7-8491-E7E697C6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Этический протокол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9828F7-6020-4F12-9929-D4B30DF9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D783A7-D05D-44F8-A657-E8B2F934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Расписание полевой лаборатории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2E84F2-9989-4FE6-B5D2-55C3E664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0BAD4C-ECE4-4996-9E24-40670248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Ожидаемые артефакты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CB89A4-FADD-4BE9-8516-19EEB2D0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F82431-4BB2-408C-BFFB-7F83257C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D03147-BA2D-4FA3-BE9E-300D0071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8/13</a:t>
            </a:r>
          </a:p>
        </p:txBody>
      </p:sp>
    </p:spTree>
    <p:extLst>
      <p:ext uri="{BB962C8B-B14F-4D97-AF65-F5344CB8AC3E}">
        <p14:creationId xmlns:p14="http://schemas.microsoft.com/office/powerpoint/2010/main" val="15878224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2D9786-D782-4FBA-A474-3665584B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36795-CCD1-4289-910C-EE74D689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Финальная защита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4EC83-4321-4E25-9972-A3773A2F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2B1BF-B956-4A92-BD49-511EC63F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Проблема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1A1F30-55FF-4B2B-A09D-F029DFD5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16BCF-6490-4194-9E21-0F7F33DC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Данные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8F694-361E-48CD-8DE9-5B59ECA9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8CE64-7125-47C5-B50E-93636AA2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Метод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3414F3-739B-488F-B51E-555C9076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5E8CC9-E0F6-4574-8F98-002744C0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Результат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D5B6EE-31AF-4BCF-9E51-83D3323A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F620B-71E5-4C4C-BDA3-772AD84C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Ошибки и ограничения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072510-570F-4B96-8E54-9950FD43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556383-3098-46AC-BB32-F0E96FE2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Что дальше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441CC5-7BCB-40C5-B8C1-976A959D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6E0047-C99D-4426-824E-2F5BCF6F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Что нужно от летней школы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A09888-ED8F-4968-8278-9F42C2F9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A62DC4-868E-453F-A447-B76FB3D8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3402C2-D844-4DEB-8B1E-1990A2A8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9/13</a:t>
            </a:r>
          </a:p>
        </p:txBody>
      </p:sp>
    </p:spTree>
    <p:extLst>
      <p:ext uri="{BB962C8B-B14F-4D97-AF65-F5344CB8AC3E}">
        <p14:creationId xmlns:p14="http://schemas.microsoft.com/office/powerpoint/2010/main" val="17772084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BAC609-5A6E-4C8F-83DA-0A57C574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СЕМИНАР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90413-1EE4-4391-B5DB-EE907BFE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Практика 1. Финальная сборка, 25 минут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9C2E52-822C-4DDA-8D91-9D3B74DD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5C141-1E55-49B5-9FBE-86BF5389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Команды приводят проект к структуре: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A1DA00-862A-4E94-A18F-EC53307F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AACEE-E174-41E5-97BA-D50D16AC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project/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CD2EA7-2A90-4064-B784-3DE92966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2A9EC0-F638-4255-8B54-15DE41AF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README.md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078E8C-4CBD-428D-8430-FDFE52A7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C33383-8BC0-4A2E-A520-FA27D14B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data/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429119-0942-4A19-A4A8-EB3F1D5F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CD3522-3BD0-4568-8763-A50F5BB7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reports/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98DCE4-8534-4FD3-AC49-B218429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0A53B0-DFA1-4C67-B8EF-53631E80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notebooks/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F14263-CC48-4938-8021-41517C7A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3D1EF1-2D03-4320-8684-46A58933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models/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FBD33E-C3AB-44ED-8C91-369F393D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052A7C-7780-43C8-8D34-296F4A59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01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DATA_CARD.md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DAE46C-6A54-4B0E-839E-AD220AF6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C4D78F-B7AA-44C7-9C96-C4504D87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CE9486-8D27-40BD-8848-4D5EC2E9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10/13</a:t>
            </a:r>
          </a:p>
        </p:txBody>
      </p:sp>
    </p:spTree>
    <p:extLst>
      <p:ext uri="{BB962C8B-B14F-4D97-AF65-F5344CB8AC3E}">
        <p14:creationId xmlns:p14="http://schemas.microsoft.com/office/powerpoint/2010/main" val="5262695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323DF9-5BF2-44D4-8DDD-E36D98B5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СЕМИНАР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EFC25-130F-4227-ABF5-0E4B3390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Практика 2. Агентный review, 20 минут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1BA46-C626-4A9D-96F6-11B501CF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C01BC-5A9B-4334-A3A5-8461166E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Промпт: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B673A5-19E2-4C32-AD7E-208DD16E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38218-F977-474C-A204-2A24618A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Проверь финальный пакет проекта по малоресурсному языку.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93281-9382-4FEE-ABE3-FC318410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4F3D3A-7149-4504-9A93-9F5229D4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Найди несоответствия между README, данными, отчетами и заявленными результатами.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1AF928-413D-4785-9D05-5CD7A9F6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E1A12-CCE7-4573-A416-6E07C901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Составь список блокеров перед публикацией, список желательных улучшений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9F4E5D-DE63-41B7-A7EE-DFA5A5EF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B969D0-C402-4200-9AFB-58ABF605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и список задач для летней школы.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EA5EE-97F2-41CB-93D4-D68FA478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DAAA5E-53F7-47CD-BEEC-669279BA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A19A91-2BA4-4340-B26E-0A6A4C2A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11/13</a:t>
            </a:r>
          </a:p>
        </p:txBody>
      </p:sp>
    </p:spTree>
    <p:extLst>
      <p:ext uri="{BB962C8B-B14F-4D97-AF65-F5344CB8AC3E}">
        <p14:creationId xmlns:p14="http://schemas.microsoft.com/office/powerpoint/2010/main" val="7901564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2C5683-ED4F-442D-924B-29072987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СЕМИНАР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FB38F1-D336-475C-87DA-E3A28618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Практика 3. Финальные презентации, 30 минут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F5A57-0C2A-4872-BC4B-B53F9469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9CFD66-45EF-4E7D-9139-6CA89B70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Каждая команда показывает: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95BCD-2FE6-476C-8AFB-5BAE7042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8DEC5F-AEB2-42FF-852A-E6A370AE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что было целью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FC0E51-24CA-4061-A3A8-0A8BAE86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7DE766-C634-4A4A-B109-E43C69FD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какие данные собраны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EC8349-468D-44B2-8983-D5198E7F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E39C80-62CA-4AC4-A4E6-F81FB50C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какие модели или пайплайны сделаны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0EB9D-8B11-4869-A751-FD42B987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CE3EAF-4DED-4407-BDB5-5182EF7D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какие метрики получены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F8A0F0-9BF8-4F01-B293-5A02BACE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1892FD-B76E-45AD-B8F4-BD6B4C27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какие ошибки обнаружены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7FC171-FD32-46FE-8AD3-F071190E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DFD98A-E025-425A-8A1F-1264DC1F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что нужно делать дальше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70720C-B0CE-4E7C-AB86-811149B4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F59A37-B160-425B-B8A9-01EEC400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5CC655-1CD7-4D8E-8FFE-21E924A3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12/13</a:t>
            </a:r>
          </a:p>
        </p:txBody>
      </p:sp>
    </p:spTree>
    <p:extLst>
      <p:ext uri="{BB962C8B-B14F-4D97-AF65-F5344CB8AC3E}">
        <p14:creationId xmlns:p14="http://schemas.microsoft.com/office/powerpoint/2010/main" val="2195178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451B6E-77DA-4B2C-88DF-BBC827ED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СЕМИНАР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2D0B3-36A6-4F12-B08D-27DD3089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Практика 4. Общий план летней школы, 15 минут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6A979-D949-48ED-8482-DD68A025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EEF154-8291-41D1-A99D-9AB3DF49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Группа собирает общий документ: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8B5B1-71B9-4A51-9EF9-DBA332EA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63981E-1DBC-43DA-A155-51744E75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приоритетный регион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FDA0C1-2D17-473E-8D1F-9BED9094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9E943-8D87-4F5F-B8BE-70A6D8AE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список языков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7750A1-F2A4-48E6-8BBA-E8064047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35AB5E-D5C7-4A23-A4A5-F4135C7A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станции работы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65BE66-56BC-4C54-8EFF-C9A41460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43A949-B1EC-4F43-93DD-50C610E5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минимальное оборудование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36C6BE-36B8-42FA-A28F-B402C977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87B634-6126-40D2-9A12-7434EB2E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партнеры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91DE83-D009-4802-B347-F31816D6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75664F-57A1-40E5-8595-D9FA1DE9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риски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385FE9-A92A-4A09-9761-75CA8E14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FF655D-D286-430D-8B30-7CE5EB3E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01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план доработки до следующего года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FB3646-15CA-471B-943F-11711BD1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CEDC58-61D9-4D2A-884E-2F5C0AB7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B223BF-CC0A-4091-BD7E-D19D18A3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13/13</a:t>
            </a:r>
          </a:p>
        </p:txBody>
      </p:sp>
    </p:spTree>
    <p:extLst>
      <p:ext uri="{BB962C8B-B14F-4D97-AF65-F5344CB8AC3E}">
        <p14:creationId xmlns:p14="http://schemas.microsoft.com/office/powerpoint/2010/main" val="15294412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2026-08-17T15:32:38.0140000Z</dcterms:created>
  <dcterms:modified xsi:type="dcterms:W3CDTF">2026-08-17T15:32:38.0140000Z</dcterms:modified>
</coreProperties>
</file>